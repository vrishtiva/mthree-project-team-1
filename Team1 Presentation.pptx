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60" r:id="rId7"/>
    <p:sldId id="267" r:id="rId8"/>
    <p:sldId id="261" r:id="rId9"/>
    <p:sldId id="264" r:id="rId10"/>
    <p:sldId id="262" r:id="rId11"/>
    <p:sldId id="263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43" dt="2026-10-07T16:46:05.922"/>
    <p1510:client id="{0CF7EDC1-2354-41B7-96DE-7C2FAF7AE131}" v="2" dt="2026-10-07T16:08:44.528"/>
    <p1510:client id="{10D5E74F-31EF-4663-BAF0-F3DA7977F44E}" v="20" dt="2026-10-07T16:42:53.465"/>
    <p1510:client id="{244F23AC-C83A-43D9-8ABB-4C48A1D15D78}" v="599" dt="2026-10-07T16:34:25.064"/>
    <p1510:client id="{2A92EE3A-F1AC-8577-C293-B887E0F77035}" v="162" dt="2026-10-07T16:42:50.975"/>
    <p1510:client id="{2B290BB6-0BA0-429D-A641-0C3EADC7FD9D}" v="203" dt="2026-10-07T15:23:18.857"/>
    <p1510:client id="{49E11A9F-94C9-4743-8F7F-1CE1DBEBAFC4}" v="26" dt="2026-10-07T17:08:00.429"/>
    <p1510:client id="{4A3A60C4-35EC-D2B8-CDA5-F85B301A4883}" v="2" dt="2026-10-09T11:52:54.620"/>
    <p1510:client id="{5332024E-8DD6-4599-8337-C019E4E0714B}" v="2" dt="2026-10-09T10:22:56.113"/>
    <p1510:client id="{65E796B2-90BB-4F14-8CAD-954689D85583}" v="48" dt="2026-10-07T21:28:08.549"/>
    <p1510:client id="{6776E78C-647A-468D-A074-6D46DE766D22}" v="50" dt="2026-10-09T11:34:31.244"/>
    <p1510:client id="{6C1199F1-5BB3-4394-8045-9C835195700F}" v="15" dt="2026-10-07T16:07:52.476"/>
    <p1510:client id="{915B06C8-6998-44AE-BD79-67691D56D889}" v="382" dt="2026-10-08T11:05:20.086"/>
    <p1510:client id="{B0179B5E-5AB3-A3E3-0EFC-0C515C015950}" v="543" dt="2026-10-08T17:21:32.768"/>
    <p1510:client id="{BEF3A896-04B8-4968-B4A0-1B727E3C42B7}" v="7" dt="2026-10-09T11:54:03.107"/>
    <p1510:client id="{D3987ED0-B237-4347-B781-D6CDBF9CD522}" v="39" dt="2026-10-08T11:24:11.535"/>
    <p1510:client id="{D9458654-8578-4803-8906-6B4357DF905E}" v="9" dt="2026-10-08T12:16:28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374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rishti Anantlal" userId="S::vrishti.anantlal@mthree.com::bf5702c6-d2db-4cb0-82c9-7f0c7e874cc6" providerId="AD" clId="Web-{244F23AC-C83A-43D9-8ABB-4C48A1D15D78}"/>
    <pc:docChg chg="addSld modSld">
      <pc:chgData name="Vrishti Anantlal" userId="S::vrishti.anantlal@mthree.com::bf5702c6-d2db-4cb0-82c9-7f0c7e874cc6" providerId="AD" clId="Web-{244F23AC-C83A-43D9-8ABB-4C48A1D15D78}" dt="2026-10-07T16:34:25.064" v="595" actId="20577"/>
      <pc:docMkLst>
        <pc:docMk/>
      </pc:docMkLst>
      <pc:sldChg chg="modSp">
        <pc:chgData name="Vrishti Anantlal" userId="S::vrishti.anantlal@mthree.com::bf5702c6-d2db-4cb0-82c9-7f0c7e874cc6" providerId="AD" clId="Web-{244F23AC-C83A-43D9-8ABB-4C48A1D15D78}" dt="2026-10-07T16:29:34.054" v="449" actId="20577"/>
        <pc:sldMkLst>
          <pc:docMk/>
          <pc:sldMk cId="1890946528" sldId="260"/>
        </pc:sldMkLst>
        <pc:spChg chg="mod">
          <ac:chgData name="Vrishti Anantlal" userId="S::vrishti.anantlal@mthree.com::bf5702c6-d2db-4cb0-82c9-7f0c7e874cc6" providerId="AD" clId="Web-{244F23AC-C83A-43D9-8ABB-4C48A1D15D78}" dt="2026-10-07T16:13:52.334" v="2" actId="20577"/>
          <ac:spMkLst>
            <pc:docMk/>
            <pc:sldMk cId="1890946528" sldId="260"/>
            <ac:spMk id="2" creationId="{16C18307-76FC-1F3F-A882-19BF0E7D49F1}"/>
          </ac:spMkLst>
        </pc:spChg>
        <pc:spChg chg="mod">
          <ac:chgData name="Vrishti Anantlal" userId="S::vrishti.anantlal@mthree.com::bf5702c6-d2db-4cb0-82c9-7f0c7e874cc6" providerId="AD" clId="Web-{244F23AC-C83A-43D9-8ABB-4C48A1D15D78}" dt="2026-10-07T16:29:34.054" v="449" actId="20577"/>
          <ac:spMkLst>
            <pc:docMk/>
            <pc:sldMk cId="1890946528" sldId="260"/>
            <ac:spMk id="3" creationId="{11808355-59B3-D1A5-2DC0-E9944214EB88}"/>
          </ac:spMkLst>
        </pc:spChg>
      </pc:sldChg>
      <pc:sldChg chg="modSp new mod modClrScheme chgLayout">
        <pc:chgData name="Vrishti Anantlal" userId="S::vrishti.anantlal@mthree.com::bf5702c6-d2db-4cb0-82c9-7f0c7e874cc6" providerId="AD" clId="Web-{244F23AC-C83A-43D9-8ABB-4C48A1D15D78}" dt="2026-10-07T16:34:25.064" v="595" actId="20577"/>
        <pc:sldMkLst>
          <pc:docMk/>
          <pc:sldMk cId="3079418324" sldId="261"/>
        </pc:sldMkLst>
        <pc:spChg chg="mod ord">
          <ac:chgData name="Vrishti Anantlal" userId="S::vrishti.anantlal@mthree.com::bf5702c6-d2db-4cb0-82c9-7f0c7e874cc6" providerId="AD" clId="Web-{244F23AC-C83A-43D9-8ABB-4C48A1D15D78}" dt="2026-10-07T16:20:50.253" v="410"/>
          <ac:spMkLst>
            <pc:docMk/>
            <pc:sldMk cId="3079418324" sldId="261"/>
            <ac:spMk id="2" creationId="{EB867C3D-4A31-C7AC-5E95-E7FCAB6F35F6}"/>
          </ac:spMkLst>
        </pc:spChg>
        <pc:spChg chg="mod ord">
          <ac:chgData name="Vrishti Anantlal" userId="S::vrishti.anantlal@mthree.com::bf5702c6-d2db-4cb0-82c9-7f0c7e874cc6" providerId="AD" clId="Web-{244F23AC-C83A-43D9-8ABB-4C48A1D15D78}" dt="2026-10-07T16:34:25.064" v="595" actId="20577"/>
          <ac:spMkLst>
            <pc:docMk/>
            <pc:sldMk cId="3079418324" sldId="261"/>
            <ac:spMk id="3" creationId="{AF0B8FB3-B2A2-7173-CE35-2EAF5D2A1940}"/>
          </ac:spMkLst>
        </pc:spChg>
      </pc:sldChg>
      <pc:sldChg chg="modSp new">
        <pc:chgData name="Vrishti Anantlal" userId="S::vrishti.anantlal@mthree.com::bf5702c6-d2db-4cb0-82c9-7f0c7e874cc6" providerId="AD" clId="Web-{244F23AC-C83A-43D9-8ABB-4C48A1D15D78}" dt="2026-10-07T16:33:09.108" v="591" actId="20577"/>
        <pc:sldMkLst>
          <pc:docMk/>
          <pc:sldMk cId="4171955012" sldId="262"/>
        </pc:sldMkLst>
        <pc:spChg chg="mod">
          <ac:chgData name="Vrishti Anantlal" userId="S::vrishti.anantlal@mthree.com::bf5702c6-d2db-4cb0-82c9-7f0c7e874cc6" providerId="AD" clId="Web-{244F23AC-C83A-43D9-8ABB-4C48A1D15D78}" dt="2026-10-07T16:21:09.863" v="426" actId="20577"/>
          <ac:spMkLst>
            <pc:docMk/>
            <pc:sldMk cId="4171955012" sldId="262"/>
            <ac:spMk id="2" creationId="{921F2261-90F3-AEE1-19B5-F6A7335E811E}"/>
          </ac:spMkLst>
        </pc:spChg>
        <pc:spChg chg="mod">
          <ac:chgData name="Vrishti Anantlal" userId="S::vrishti.anantlal@mthree.com::bf5702c6-d2db-4cb0-82c9-7f0c7e874cc6" providerId="AD" clId="Web-{244F23AC-C83A-43D9-8ABB-4C48A1D15D78}" dt="2026-10-07T16:33:09.108" v="591" actId="20577"/>
          <ac:spMkLst>
            <pc:docMk/>
            <pc:sldMk cId="4171955012" sldId="262"/>
            <ac:spMk id="3" creationId="{BFAB2AE7-23F5-B505-70BC-E86425BD593B}"/>
          </ac:spMkLst>
        </pc:spChg>
      </pc:sldChg>
      <pc:sldChg chg="modSp new mod modClrScheme chgLayout">
        <pc:chgData name="Vrishti Anantlal" userId="S::vrishti.anantlal@mthree.com::bf5702c6-d2db-4cb0-82c9-7f0c7e874cc6" providerId="AD" clId="Web-{244F23AC-C83A-43D9-8ABB-4C48A1D15D78}" dt="2026-10-07T16:33:27.562" v="592"/>
        <pc:sldMkLst>
          <pc:docMk/>
          <pc:sldMk cId="3464602599" sldId="263"/>
        </pc:sldMkLst>
        <pc:spChg chg="mod ord">
          <ac:chgData name="Vrishti Anantlal" userId="S::vrishti.anantlal@mthree.com::bf5702c6-d2db-4cb0-82c9-7f0c7e874cc6" providerId="AD" clId="Web-{244F23AC-C83A-43D9-8ABB-4C48A1D15D78}" dt="2026-10-07T16:33:27.562" v="592"/>
          <ac:spMkLst>
            <pc:docMk/>
            <pc:sldMk cId="3464602599" sldId="263"/>
            <ac:spMk id="2" creationId="{A5615B7F-6845-5C44-7D40-70A09BFC3865}"/>
          </ac:spMkLst>
        </pc:spChg>
        <pc:spChg chg="mod ord">
          <ac:chgData name="Vrishti Anantlal" userId="S::vrishti.anantlal@mthree.com::bf5702c6-d2db-4cb0-82c9-7f0c7e874cc6" providerId="AD" clId="Web-{244F23AC-C83A-43D9-8ABB-4C48A1D15D78}" dt="2026-10-07T16:33:27.562" v="592"/>
          <ac:spMkLst>
            <pc:docMk/>
            <pc:sldMk cId="3464602599" sldId="263"/>
            <ac:spMk id="3" creationId="{0C24BB50-7214-872B-E3B5-26B23E9B0587}"/>
          </ac:spMkLst>
        </pc:spChg>
      </pc:sldChg>
      <pc:sldChg chg="modSp new">
        <pc:chgData name="Vrishti Anantlal" userId="S::vrishti.anantlal@mthree.com::bf5702c6-d2db-4cb0-82c9-7f0c7e874cc6" providerId="AD" clId="Web-{244F23AC-C83A-43D9-8ABB-4C48A1D15D78}" dt="2026-10-07T16:22:49.101" v="442" actId="20577"/>
        <pc:sldMkLst>
          <pc:docMk/>
          <pc:sldMk cId="1931003076" sldId="264"/>
        </pc:sldMkLst>
        <pc:spChg chg="mod">
          <ac:chgData name="Vrishti Anantlal" userId="S::vrishti.anantlal@mthree.com::bf5702c6-d2db-4cb0-82c9-7f0c7e874cc6" providerId="AD" clId="Web-{244F23AC-C83A-43D9-8ABB-4C48A1D15D78}" dt="2026-10-07T16:22:49.101" v="442" actId="20577"/>
          <ac:spMkLst>
            <pc:docMk/>
            <pc:sldMk cId="1931003076" sldId="264"/>
            <ac:spMk id="2" creationId="{6F6D8EFD-6821-E5BD-1933-C238DC22A245}"/>
          </ac:spMkLst>
        </pc:spChg>
      </pc:sldChg>
    </pc:docChg>
  </pc:docChgLst>
  <pc:docChgLst>
    <pc:chgData name="Vrishti Anantlal" userId="S::vrishti.anantlal@mthree.com::bf5702c6-d2db-4cb0-82c9-7f0c7e874cc6" providerId="AD" clId="Web-{49E11A9F-94C9-4743-8F7F-1CE1DBEBAFC4}"/>
    <pc:docChg chg="modSld">
      <pc:chgData name="Vrishti Anantlal" userId="S::vrishti.anantlal@mthree.com::bf5702c6-d2db-4cb0-82c9-7f0c7e874cc6" providerId="AD" clId="Web-{49E11A9F-94C9-4743-8F7F-1CE1DBEBAFC4}" dt="2026-10-07T17:08:00.429" v="26" actId="20577"/>
      <pc:docMkLst>
        <pc:docMk/>
      </pc:docMkLst>
      <pc:sldChg chg="modSp">
        <pc:chgData name="Vrishti Anantlal" userId="S::vrishti.anantlal@mthree.com::bf5702c6-d2db-4cb0-82c9-7f0c7e874cc6" providerId="AD" clId="Web-{49E11A9F-94C9-4743-8F7F-1CE1DBEBAFC4}" dt="2026-10-07T17:08:00.429" v="26" actId="20577"/>
        <pc:sldMkLst>
          <pc:docMk/>
          <pc:sldMk cId="1890946528" sldId="260"/>
        </pc:sldMkLst>
        <pc:spChg chg="mod">
          <ac:chgData name="Vrishti Anantlal" userId="S::vrishti.anantlal@mthree.com::bf5702c6-d2db-4cb0-82c9-7f0c7e874cc6" providerId="AD" clId="Web-{49E11A9F-94C9-4743-8F7F-1CE1DBEBAFC4}" dt="2026-10-07T17:08:00.429" v="26" actId="20577"/>
          <ac:spMkLst>
            <pc:docMk/>
            <pc:sldMk cId="1890946528" sldId="260"/>
            <ac:spMk id="3" creationId="{11808355-59B3-D1A5-2DC0-E9944214EB88}"/>
          </ac:spMkLst>
        </pc:spChg>
      </pc:sldChg>
      <pc:sldChg chg="modSp">
        <pc:chgData name="Vrishti Anantlal" userId="S::vrishti.anantlal@mthree.com::bf5702c6-d2db-4cb0-82c9-7f0c7e874cc6" providerId="AD" clId="Web-{49E11A9F-94C9-4743-8F7F-1CE1DBEBAFC4}" dt="2026-10-07T17:07:13.646" v="1" actId="20577"/>
        <pc:sldMkLst>
          <pc:docMk/>
          <pc:sldMk cId="4171955012" sldId="262"/>
        </pc:sldMkLst>
        <pc:spChg chg="mod">
          <ac:chgData name="Vrishti Anantlal" userId="S::vrishti.anantlal@mthree.com::bf5702c6-d2db-4cb0-82c9-7f0c7e874cc6" providerId="AD" clId="Web-{49E11A9F-94C9-4743-8F7F-1CE1DBEBAFC4}" dt="2026-10-07T17:07:13.646" v="1" actId="20577"/>
          <ac:spMkLst>
            <pc:docMk/>
            <pc:sldMk cId="4171955012" sldId="262"/>
            <ac:spMk id="3" creationId="{BFAB2AE7-23F5-B505-70BC-E86425BD593B}"/>
          </ac:spMkLst>
        </pc:spChg>
      </pc:sldChg>
    </pc:docChg>
  </pc:docChgLst>
  <pc:docChgLst>
    <pc:chgData name="Vrishti Anantlal" userId="S::vrishti.anantlal@mthree.com::bf5702c6-d2db-4cb0-82c9-7f0c7e874cc6" providerId="AD" clId="Web-{65E796B2-90BB-4F14-8CAD-954689D85583}"/>
    <pc:docChg chg="modSld">
      <pc:chgData name="Vrishti Anantlal" userId="S::vrishti.anantlal@mthree.com::bf5702c6-d2db-4cb0-82c9-7f0c7e874cc6" providerId="AD" clId="Web-{65E796B2-90BB-4F14-8CAD-954689D85583}" dt="2026-10-07T21:28:08.549" v="55" actId="1076"/>
      <pc:docMkLst>
        <pc:docMk/>
      </pc:docMkLst>
      <pc:sldChg chg="addSp delSp modSp mod setBg">
        <pc:chgData name="Vrishti Anantlal" userId="S::vrishti.anantlal@mthree.com::bf5702c6-d2db-4cb0-82c9-7f0c7e874cc6" providerId="AD" clId="Web-{65E796B2-90BB-4F14-8CAD-954689D85583}" dt="2026-10-07T19:04:32.324" v="31"/>
        <pc:sldMkLst>
          <pc:docMk/>
          <pc:sldMk cId="1890946528" sldId="260"/>
        </pc:sldMkLst>
        <pc:spChg chg="mod">
          <ac:chgData name="Vrishti Anantlal" userId="S::vrishti.anantlal@mthree.com::bf5702c6-d2db-4cb0-82c9-7f0c7e874cc6" providerId="AD" clId="Web-{65E796B2-90BB-4F14-8CAD-954689D85583}" dt="2026-10-07T19:04:32.324" v="31"/>
          <ac:spMkLst>
            <pc:docMk/>
            <pc:sldMk cId="1890946528" sldId="260"/>
            <ac:spMk id="2" creationId="{16C18307-76FC-1F3F-A882-19BF0E7D49F1}"/>
          </ac:spMkLst>
        </pc:spChg>
        <pc:spChg chg="mod">
          <ac:chgData name="Vrishti Anantlal" userId="S::vrishti.anantlal@mthree.com::bf5702c6-d2db-4cb0-82c9-7f0c7e874cc6" providerId="AD" clId="Web-{65E796B2-90BB-4F14-8CAD-954689D85583}" dt="2026-10-07T19:04:32.324" v="31"/>
          <ac:spMkLst>
            <pc:docMk/>
            <pc:sldMk cId="1890946528" sldId="260"/>
            <ac:spMk id="3" creationId="{11808355-59B3-D1A5-2DC0-E9944214EB88}"/>
          </ac:spMkLst>
        </pc:spChg>
      </pc:sldChg>
      <pc:sldChg chg="addSp delSp modSp mod setBg">
        <pc:chgData name="Vrishti Anantlal" userId="S::vrishti.anantlal@mthree.com::bf5702c6-d2db-4cb0-82c9-7f0c7e874cc6" providerId="AD" clId="Web-{65E796B2-90BB-4F14-8CAD-954689D85583}" dt="2026-10-07T19:05:36.529" v="44"/>
        <pc:sldMkLst>
          <pc:docMk/>
          <pc:sldMk cId="3079418324" sldId="261"/>
        </pc:sldMkLst>
        <pc:spChg chg="mod">
          <ac:chgData name="Vrishti Anantlal" userId="S::vrishti.anantlal@mthree.com::bf5702c6-d2db-4cb0-82c9-7f0c7e874cc6" providerId="AD" clId="Web-{65E796B2-90BB-4F14-8CAD-954689D85583}" dt="2026-10-07T19:05:36.529" v="44"/>
          <ac:spMkLst>
            <pc:docMk/>
            <pc:sldMk cId="3079418324" sldId="261"/>
            <ac:spMk id="2" creationId="{EB867C3D-4A31-C7AC-5E95-E7FCAB6F35F6}"/>
          </ac:spMkLst>
        </pc:spChg>
        <pc:spChg chg="mod">
          <ac:chgData name="Vrishti Anantlal" userId="S::vrishti.anantlal@mthree.com::bf5702c6-d2db-4cb0-82c9-7f0c7e874cc6" providerId="AD" clId="Web-{65E796B2-90BB-4F14-8CAD-954689D85583}" dt="2026-10-07T19:05:36.529" v="44"/>
          <ac:spMkLst>
            <pc:docMk/>
            <pc:sldMk cId="3079418324" sldId="261"/>
            <ac:spMk id="3" creationId="{AF0B8FB3-B2A2-7173-CE35-2EAF5D2A1940}"/>
          </ac:spMkLst>
        </pc:spChg>
        <pc:spChg chg="add">
          <ac:chgData name="Vrishti Anantlal" userId="S::vrishti.anantlal@mthree.com::bf5702c6-d2db-4cb0-82c9-7f0c7e874cc6" providerId="AD" clId="Web-{65E796B2-90BB-4F14-8CAD-954689D85583}" dt="2026-10-07T19:05:36.529" v="44"/>
          <ac:spMkLst>
            <pc:docMk/>
            <pc:sldMk cId="3079418324" sldId="261"/>
            <ac:spMk id="5" creationId="{577D6B2E-37A3-429E-A37C-F30ED6487282}"/>
          </ac:spMkLst>
        </pc:spChg>
        <pc:spChg chg="add">
          <ac:chgData name="Vrishti Anantlal" userId="S::vrishti.anantlal@mthree.com::bf5702c6-d2db-4cb0-82c9-7f0c7e874cc6" providerId="AD" clId="Web-{65E796B2-90BB-4F14-8CAD-954689D85583}" dt="2026-10-07T19:05:36.529" v="44"/>
          <ac:spMkLst>
            <pc:docMk/>
            <pc:sldMk cId="3079418324" sldId="261"/>
            <ac:spMk id="6" creationId="{5CEAD642-85CF-4750-8432-7C80C901F001}"/>
          </ac:spMkLst>
        </pc:spChg>
        <pc:spChg chg="add">
          <ac:chgData name="Vrishti Anantlal" userId="S::vrishti.anantlal@mthree.com::bf5702c6-d2db-4cb0-82c9-7f0c7e874cc6" providerId="AD" clId="Web-{65E796B2-90BB-4F14-8CAD-954689D85583}" dt="2026-10-07T19:05:36.529" v="44"/>
          <ac:spMkLst>
            <pc:docMk/>
            <pc:sldMk cId="3079418324" sldId="261"/>
            <ac:spMk id="7" creationId="{FA33EEAE-15D5-4119-8C1E-89D943F911EF}"/>
          </ac:spMkLst>
        </pc:spChg>
        <pc:spChg chg="add">
          <ac:chgData name="Vrishti Anantlal" userId="S::vrishti.anantlal@mthree.com::bf5702c6-d2db-4cb0-82c9-7f0c7e874cc6" providerId="AD" clId="Web-{65E796B2-90BB-4F14-8CAD-954689D85583}" dt="2026-10-07T19:05:36.529" v="44"/>
          <ac:spMkLst>
            <pc:docMk/>
            <pc:sldMk cId="3079418324" sldId="261"/>
            <ac:spMk id="9" creationId="{730D8B3B-9B80-4025-B934-26DC7D7CD231}"/>
          </ac:spMkLst>
        </pc:spChg>
        <pc:spChg chg="add">
          <ac:chgData name="Vrishti Anantlal" userId="S::vrishti.anantlal@mthree.com::bf5702c6-d2db-4cb0-82c9-7f0c7e874cc6" providerId="AD" clId="Web-{65E796B2-90BB-4F14-8CAD-954689D85583}" dt="2026-10-07T19:05:36.529" v="44"/>
          <ac:spMkLst>
            <pc:docMk/>
            <pc:sldMk cId="3079418324" sldId="261"/>
            <ac:spMk id="11" creationId="{1064D5D5-227B-4F66-9AEA-46F570E793BD}"/>
          </ac:spMkLst>
        </pc:spChg>
        <pc:spChg chg="add">
          <ac:chgData name="Vrishti Anantlal" userId="S::vrishti.anantlal@mthree.com::bf5702c6-d2db-4cb0-82c9-7f0c7e874cc6" providerId="AD" clId="Web-{65E796B2-90BB-4F14-8CAD-954689D85583}" dt="2026-10-07T19:05:36.529" v="44"/>
          <ac:spMkLst>
            <pc:docMk/>
            <pc:sldMk cId="3079418324" sldId="261"/>
            <ac:spMk id="13" creationId="{646B67A4-D328-4747-A82B-65E84FA46368}"/>
          </ac:spMkLst>
        </pc:spChg>
        <pc:spChg chg="add">
          <ac:chgData name="Vrishti Anantlal" userId="S::vrishti.anantlal@mthree.com::bf5702c6-d2db-4cb0-82c9-7f0c7e874cc6" providerId="AD" clId="Web-{65E796B2-90BB-4F14-8CAD-954689D85583}" dt="2026-10-07T19:05:36.529" v="44"/>
          <ac:spMkLst>
            <pc:docMk/>
            <pc:sldMk cId="3079418324" sldId="261"/>
            <ac:spMk id="15" creationId="{B5A1B09C-1565-46F8-B70F-621C5EB48A09}"/>
          </ac:spMkLst>
        </pc:spChg>
        <pc:spChg chg="add">
          <ac:chgData name="Vrishti Anantlal" userId="S::vrishti.anantlal@mthree.com::bf5702c6-d2db-4cb0-82c9-7f0c7e874cc6" providerId="AD" clId="Web-{65E796B2-90BB-4F14-8CAD-954689D85583}" dt="2026-10-07T19:05:36.529" v="44"/>
          <ac:spMkLst>
            <pc:docMk/>
            <pc:sldMk cId="3079418324" sldId="261"/>
            <ac:spMk id="17" creationId="{8C516CC8-80AC-446C-A56E-9F54B7210402}"/>
          </ac:spMkLst>
        </pc:spChg>
      </pc:sldChg>
      <pc:sldChg chg="modSp">
        <pc:chgData name="Vrishti Anantlal" userId="S::vrishti.anantlal@mthree.com::bf5702c6-d2db-4cb0-82c9-7f0c7e874cc6" providerId="AD" clId="Web-{65E796B2-90BB-4F14-8CAD-954689D85583}" dt="2026-10-07T19:03:47.791" v="28" actId="20577"/>
        <pc:sldMkLst>
          <pc:docMk/>
          <pc:sldMk cId="1931003076" sldId="264"/>
        </pc:sldMkLst>
        <pc:spChg chg="mod">
          <ac:chgData name="Vrishti Anantlal" userId="S::vrishti.anantlal@mthree.com::bf5702c6-d2db-4cb0-82c9-7f0c7e874cc6" providerId="AD" clId="Web-{65E796B2-90BB-4F14-8CAD-954689D85583}" dt="2026-10-07T19:03:47.791" v="28" actId="20577"/>
          <ac:spMkLst>
            <pc:docMk/>
            <pc:sldMk cId="1931003076" sldId="264"/>
            <ac:spMk id="3" creationId="{FF2B8048-3BF2-1420-4526-6D14F092922B}"/>
          </ac:spMkLst>
        </pc:spChg>
      </pc:sldChg>
      <pc:sldChg chg="addSp modSp mod setBg">
        <pc:chgData name="Vrishti Anantlal" userId="S::vrishti.anantlal@mthree.com::bf5702c6-d2db-4cb0-82c9-7f0c7e874cc6" providerId="AD" clId="Web-{65E796B2-90BB-4F14-8CAD-954689D85583}" dt="2026-10-07T21:28:08.549" v="55" actId="1076"/>
        <pc:sldMkLst>
          <pc:docMk/>
          <pc:sldMk cId="1312875853" sldId="265"/>
        </pc:sldMkLst>
        <pc:spChg chg="mod">
          <ac:chgData name="Vrishti Anantlal" userId="S::vrishti.anantlal@mthree.com::bf5702c6-d2db-4cb0-82c9-7f0c7e874cc6" providerId="AD" clId="Web-{65E796B2-90BB-4F14-8CAD-954689D85583}" dt="2026-10-07T21:27:51.127" v="54"/>
          <ac:spMkLst>
            <pc:docMk/>
            <pc:sldMk cId="1312875853" sldId="265"/>
            <ac:spMk id="2" creationId="{9B0CA48A-5747-B76E-3512-DB4A33900A9C}"/>
          </ac:spMkLst>
        </pc:spChg>
        <pc:graphicFrameChg chg="mod ord modGraphic">
          <ac:chgData name="Vrishti Anantlal" userId="S::vrishti.anantlal@mthree.com::bf5702c6-d2db-4cb0-82c9-7f0c7e874cc6" providerId="AD" clId="Web-{65E796B2-90BB-4F14-8CAD-954689D85583}" dt="2026-10-07T21:27:51.127" v="54"/>
          <ac:graphicFrameMkLst>
            <pc:docMk/>
            <pc:sldMk cId="1312875853" sldId="265"/>
            <ac:graphicFrameMk id="17" creationId="{E031CA3F-85B8-1778-B877-2814CA1E1E0A}"/>
          </ac:graphicFrameMkLst>
        </pc:graphicFrameChg>
      </pc:sldChg>
    </pc:docChg>
  </pc:docChgLst>
  <pc:docChgLst>
    <pc:chgData name="Vrishti Anantlal" userId="S::vrishti.anantlal@mthree.com::bf5702c6-d2db-4cb0-82c9-7f0c7e874cc6" providerId="AD" clId="Web-{D3987ED0-B237-4347-B781-D6CDBF9CD522}"/>
    <pc:docChg chg="modSld">
      <pc:chgData name="Vrishti Anantlal" userId="S::vrishti.anantlal@mthree.com::bf5702c6-d2db-4cb0-82c9-7f0c7e874cc6" providerId="AD" clId="Web-{D3987ED0-B237-4347-B781-D6CDBF9CD522}" dt="2026-10-08T11:24:11.535" v="38" actId="20577"/>
      <pc:docMkLst>
        <pc:docMk/>
      </pc:docMkLst>
      <pc:sldChg chg="modSp">
        <pc:chgData name="Vrishti Anantlal" userId="S::vrishti.anantlal@mthree.com::bf5702c6-d2db-4cb0-82c9-7f0c7e874cc6" providerId="AD" clId="Web-{D3987ED0-B237-4347-B781-D6CDBF9CD522}" dt="2026-10-08T11:24:11.535" v="38" actId="20577"/>
        <pc:sldMkLst>
          <pc:docMk/>
          <pc:sldMk cId="232192584" sldId="258"/>
        </pc:sldMkLst>
        <pc:spChg chg="mod">
          <ac:chgData name="Vrishti Anantlal" userId="S::vrishti.anantlal@mthree.com::bf5702c6-d2db-4cb0-82c9-7f0c7e874cc6" providerId="AD" clId="Web-{D3987ED0-B237-4347-B781-D6CDBF9CD522}" dt="2026-10-08T11:24:11.535" v="38" actId="20577"/>
          <ac:spMkLst>
            <pc:docMk/>
            <pc:sldMk cId="232192584" sldId="258"/>
            <ac:spMk id="3" creationId="{E73C2058-75ED-829A-C06F-2BAA9C0DF13F}"/>
          </ac:spMkLst>
        </pc:spChg>
      </pc:sldChg>
      <pc:sldChg chg="modSp">
        <pc:chgData name="Vrishti Anantlal" userId="S::vrishti.anantlal@mthree.com::bf5702c6-d2db-4cb0-82c9-7f0c7e874cc6" providerId="AD" clId="Web-{D3987ED0-B237-4347-B781-D6CDBF9CD522}" dt="2026-10-08T11:23:44.424" v="35" actId="20577"/>
        <pc:sldMkLst>
          <pc:docMk/>
          <pc:sldMk cId="3111056407" sldId="259"/>
        </pc:sldMkLst>
        <pc:spChg chg="mod">
          <ac:chgData name="Vrishti Anantlal" userId="S::vrishti.anantlal@mthree.com::bf5702c6-d2db-4cb0-82c9-7f0c7e874cc6" providerId="AD" clId="Web-{D3987ED0-B237-4347-B781-D6CDBF9CD522}" dt="2026-10-08T11:23:44.424" v="35" actId="20577"/>
          <ac:spMkLst>
            <pc:docMk/>
            <pc:sldMk cId="3111056407" sldId="259"/>
            <ac:spMk id="6" creationId="{284A169C-3DA7-F3B9-1667-7E5749420B22}"/>
          </ac:spMkLst>
        </pc:spChg>
      </pc:sldChg>
    </pc:docChg>
  </pc:docChgLst>
  <pc:docChgLst>
    <pc:chgData name="Favour Aigbokie" userId="S::favour.aigbokie@mthree.com::7b77d87a-ba40-4de3-a486-c30602623bd6" providerId="AD" clId="Web-{2B290BB6-0BA0-429D-A641-0C3EADC7FD9D}"/>
    <pc:docChg chg="addSld modSld">
      <pc:chgData name="Favour Aigbokie" userId="S::favour.aigbokie@mthree.com::7b77d87a-ba40-4de3-a486-c30602623bd6" providerId="AD" clId="Web-{2B290BB6-0BA0-429D-A641-0C3EADC7FD9D}" dt="2026-10-07T15:23:18.857" v="204" actId="20577"/>
      <pc:docMkLst>
        <pc:docMk/>
      </pc:docMkLst>
      <pc:sldChg chg="modSp">
        <pc:chgData name="Favour Aigbokie" userId="S::favour.aigbokie@mthree.com::7b77d87a-ba40-4de3-a486-c30602623bd6" providerId="AD" clId="Web-{2B290BB6-0BA0-429D-A641-0C3EADC7FD9D}" dt="2026-10-07T15:14:25.682" v="61" actId="20577"/>
        <pc:sldMkLst>
          <pc:docMk/>
          <pc:sldMk cId="109857222" sldId="256"/>
        </pc:sldMkLst>
        <pc:spChg chg="mod">
          <ac:chgData name="Favour Aigbokie" userId="S::favour.aigbokie@mthree.com::7b77d87a-ba40-4de3-a486-c30602623bd6" providerId="AD" clId="Web-{2B290BB6-0BA0-429D-A641-0C3EADC7FD9D}" dt="2026-10-07T15:13:51.023" v="37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Favour Aigbokie" userId="S::favour.aigbokie@mthree.com::7b77d87a-ba40-4de3-a486-c30602623bd6" providerId="AD" clId="Web-{2B290BB6-0BA0-429D-A641-0C3EADC7FD9D}" dt="2026-10-07T15:14:25.682" v="6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Favour Aigbokie" userId="S::favour.aigbokie@mthree.com::7b77d87a-ba40-4de3-a486-c30602623bd6" providerId="AD" clId="Web-{2B290BB6-0BA0-429D-A641-0C3EADC7FD9D}" dt="2026-10-07T15:19:51.429" v="146" actId="20577"/>
        <pc:sldMkLst>
          <pc:docMk/>
          <pc:sldMk cId="1049695086" sldId="257"/>
        </pc:sldMkLst>
        <pc:spChg chg="mod">
          <ac:chgData name="Favour Aigbokie" userId="S::favour.aigbokie@mthree.com::7b77d87a-ba40-4de3-a486-c30602623bd6" providerId="AD" clId="Web-{2B290BB6-0BA0-429D-A641-0C3EADC7FD9D}" dt="2026-10-07T15:15:22.638" v="76" actId="20577"/>
          <ac:spMkLst>
            <pc:docMk/>
            <pc:sldMk cId="1049695086" sldId="257"/>
            <ac:spMk id="2" creationId="{797A9B48-EED4-C831-DE92-BA4EB358EAF1}"/>
          </ac:spMkLst>
        </pc:spChg>
        <pc:spChg chg="mod">
          <ac:chgData name="Favour Aigbokie" userId="S::favour.aigbokie@mthree.com::7b77d87a-ba40-4de3-a486-c30602623bd6" providerId="AD" clId="Web-{2B290BB6-0BA0-429D-A641-0C3EADC7FD9D}" dt="2026-10-07T15:19:51.429" v="146" actId="20577"/>
          <ac:spMkLst>
            <pc:docMk/>
            <pc:sldMk cId="1049695086" sldId="257"/>
            <ac:spMk id="3" creationId="{EE6B2DDE-C822-5F36-E028-B6FE938F7473}"/>
          </ac:spMkLst>
        </pc:spChg>
      </pc:sldChg>
      <pc:sldChg chg="modSp new">
        <pc:chgData name="Favour Aigbokie" userId="S::favour.aigbokie@mthree.com::7b77d87a-ba40-4de3-a486-c30602623bd6" providerId="AD" clId="Web-{2B290BB6-0BA0-429D-A641-0C3EADC7FD9D}" dt="2026-10-07T15:21:41.589" v="161" actId="20577"/>
        <pc:sldMkLst>
          <pc:docMk/>
          <pc:sldMk cId="232192584" sldId="258"/>
        </pc:sldMkLst>
        <pc:spChg chg="mod">
          <ac:chgData name="Favour Aigbokie" userId="S::favour.aigbokie@mthree.com::7b77d87a-ba40-4de3-a486-c30602623bd6" providerId="AD" clId="Web-{2B290BB6-0BA0-429D-A641-0C3EADC7FD9D}" dt="2026-10-07T15:20:05.242" v="148" actId="20577"/>
          <ac:spMkLst>
            <pc:docMk/>
            <pc:sldMk cId="232192584" sldId="258"/>
            <ac:spMk id="2" creationId="{A9E6C2A9-940A-08A9-6C17-B5778613CF0F}"/>
          </ac:spMkLst>
        </pc:spChg>
        <pc:spChg chg="mod">
          <ac:chgData name="Favour Aigbokie" userId="S::favour.aigbokie@mthree.com::7b77d87a-ba40-4de3-a486-c30602623bd6" providerId="AD" clId="Web-{2B290BB6-0BA0-429D-A641-0C3EADC7FD9D}" dt="2026-10-07T15:21:41.589" v="161" actId="20577"/>
          <ac:spMkLst>
            <pc:docMk/>
            <pc:sldMk cId="232192584" sldId="258"/>
            <ac:spMk id="3" creationId="{E73C2058-75ED-829A-C06F-2BAA9C0DF13F}"/>
          </ac:spMkLst>
        </pc:spChg>
      </pc:sldChg>
      <pc:sldChg chg="modSp new">
        <pc:chgData name="Favour Aigbokie" userId="S::favour.aigbokie@mthree.com::7b77d87a-ba40-4de3-a486-c30602623bd6" providerId="AD" clId="Web-{2B290BB6-0BA0-429D-A641-0C3EADC7FD9D}" dt="2026-10-07T15:23:18.857" v="204" actId="20577"/>
        <pc:sldMkLst>
          <pc:docMk/>
          <pc:sldMk cId="3111056407" sldId="259"/>
        </pc:sldMkLst>
        <pc:spChg chg="mod">
          <ac:chgData name="Favour Aigbokie" userId="S::favour.aigbokie@mthree.com::7b77d87a-ba40-4de3-a486-c30602623bd6" providerId="AD" clId="Web-{2B290BB6-0BA0-429D-A641-0C3EADC7FD9D}" dt="2026-10-07T15:23:18.857" v="204" actId="20577"/>
          <ac:spMkLst>
            <pc:docMk/>
            <pc:sldMk cId="3111056407" sldId="259"/>
            <ac:spMk id="2" creationId="{42994E25-87C6-F35C-C117-E5907989F4C0}"/>
          </ac:spMkLst>
        </pc:spChg>
      </pc:sldChg>
    </pc:docChg>
  </pc:docChgLst>
  <pc:docChgLst>
    <pc:chgData name="Muhammad Awais" userId="S::muhammad.awais@mthree.com::5889f0ce-3371-4dff-95cd-2e9af0600ea6" providerId="AD" clId="Web-{2A92EE3A-F1AC-8577-C293-B887E0F77035}"/>
    <pc:docChg chg="modSld">
      <pc:chgData name="Muhammad Awais" userId="S::muhammad.awais@mthree.com::5889f0ce-3371-4dff-95cd-2e9af0600ea6" providerId="AD" clId="Web-{2A92EE3A-F1AC-8577-C293-B887E0F77035}" dt="2026-10-07T16:33:34.111" v="160" actId="20577"/>
      <pc:docMkLst>
        <pc:docMk/>
      </pc:docMkLst>
      <pc:sldChg chg="modSp">
        <pc:chgData name="Muhammad Awais" userId="S::muhammad.awais@mthree.com::5889f0ce-3371-4dff-95cd-2e9af0600ea6" providerId="AD" clId="Web-{2A92EE3A-F1AC-8577-C293-B887E0F77035}" dt="2026-10-07T16:32:19.764" v="159" actId="20577"/>
        <pc:sldMkLst>
          <pc:docMk/>
          <pc:sldMk cId="4171955012" sldId="262"/>
        </pc:sldMkLst>
        <pc:spChg chg="mod">
          <ac:chgData name="Muhammad Awais" userId="S::muhammad.awais@mthree.com::5889f0ce-3371-4dff-95cd-2e9af0600ea6" providerId="AD" clId="Web-{2A92EE3A-F1AC-8577-C293-B887E0F77035}" dt="2026-10-07T16:32:19.764" v="159" actId="20577"/>
          <ac:spMkLst>
            <pc:docMk/>
            <pc:sldMk cId="4171955012" sldId="262"/>
            <ac:spMk id="3" creationId="{BFAB2AE7-23F5-B505-70BC-E86425BD593B}"/>
          </ac:spMkLst>
        </pc:spChg>
      </pc:sldChg>
      <pc:sldChg chg="modSp">
        <pc:chgData name="Muhammad Awais" userId="S::muhammad.awais@mthree.com::5889f0ce-3371-4dff-95cd-2e9af0600ea6" providerId="AD" clId="Web-{2A92EE3A-F1AC-8577-C293-B887E0F77035}" dt="2026-10-07T16:33:34.111" v="160" actId="20577"/>
        <pc:sldMkLst>
          <pc:docMk/>
          <pc:sldMk cId="1931003076" sldId="264"/>
        </pc:sldMkLst>
        <pc:spChg chg="mod">
          <ac:chgData name="Muhammad Awais" userId="S::muhammad.awais@mthree.com::5889f0ce-3371-4dff-95cd-2e9af0600ea6" providerId="AD" clId="Web-{2A92EE3A-F1AC-8577-C293-B887E0F77035}" dt="2026-10-07T16:33:34.111" v="160" actId="20577"/>
          <ac:spMkLst>
            <pc:docMk/>
            <pc:sldMk cId="1931003076" sldId="264"/>
            <ac:spMk id="3" creationId="{FF2B8048-3BF2-1420-4526-6D14F092922B}"/>
          </ac:spMkLst>
        </pc:spChg>
      </pc:sldChg>
    </pc:docChg>
  </pc:docChgLst>
  <pc:docChgLst>
    <pc:chgData name="Favour Aigbokie" userId="S::favour.aigbokie@mthree.com::7b77d87a-ba40-4de3-a486-c30602623bd6" providerId="AD" clId="Web-{0CF7EDC1-2354-41B7-96DE-7C2FAF7AE131}"/>
    <pc:docChg chg="modSld">
      <pc:chgData name="Favour Aigbokie" userId="S::favour.aigbokie@mthree.com::7b77d87a-ba40-4de3-a486-c30602623bd6" providerId="AD" clId="Web-{0CF7EDC1-2354-41B7-96DE-7C2FAF7AE131}" dt="2026-10-07T16:08:44.528" v="1" actId="20577"/>
      <pc:docMkLst>
        <pc:docMk/>
      </pc:docMkLst>
      <pc:sldChg chg="modSp">
        <pc:chgData name="Favour Aigbokie" userId="S::favour.aigbokie@mthree.com::7b77d87a-ba40-4de3-a486-c30602623bd6" providerId="AD" clId="Web-{0CF7EDC1-2354-41B7-96DE-7C2FAF7AE131}" dt="2026-10-07T16:08:44.528" v="1" actId="20577"/>
        <pc:sldMkLst>
          <pc:docMk/>
          <pc:sldMk cId="3111056407" sldId="259"/>
        </pc:sldMkLst>
      </pc:sldChg>
    </pc:docChg>
  </pc:docChgLst>
  <pc:docChgLst>
    <pc:chgData name="Favour Aigbokie" userId="S::favour.aigbokie@mthree.com::7b77d87a-ba40-4de3-a486-c30602623bd6" providerId="AD" clId="Web-{10D5E74F-31EF-4663-BAF0-F3DA7977F44E}"/>
    <pc:docChg chg="modSld">
      <pc:chgData name="Favour Aigbokie" userId="S::favour.aigbokie@mthree.com::7b77d87a-ba40-4de3-a486-c30602623bd6" providerId="AD" clId="Web-{10D5E74F-31EF-4663-BAF0-F3DA7977F44E}" dt="2026-10-07T16:42:53.465" v="19" actId="20577"/>
      <pc:docMkLst>
        <pc:docMk/>
      </pc:docMkLst>
      <pc:sldChg chg="modSp">
        <pc:chgData name="Favour Aigbokie" userId="S::favour.aigbokie@mthree.com::7b77d87a-ba40-4de3-a486-c30602623bd6" providerId="AD" clId="Web-{10D5E74F-31EF-4663-BAF0-F3DA7977F44E}" dt="2026-10-07T16:42:53.465" v="19" actId="20577"/>
        <pc:sldMkLst>
          <pc:docMk/>
          <pc:sldMk cId="1312875853" sldId="265"/>
        </pc:sldMkLst>
      </pc:sldChg>
    </pc:docChg>
  </pc:docChgLst>
  <pc:docChgLst>
    <pc:chgData name="Vrishti Anantlal" userId="S::vrishti.anantlal@mthree.com::bf5702c6-d2db-4cb0-82c9-7f0c7e874cc6" providerId="AD" clId="Web-{D9458654-8578-4803-8906-6B4357DF905E}"/>
    <pc:docChg chg="modSld">
      <pc:chgData name="Vrishti Anantlal" userId="S::vrishti.anantlal@mthree.com::bf5702c6-d2db-4cb0-82c9-7f0c7e874cc6" providerId="AD" clId="Web-{D9458654-8578-4803-8906-6B4357DF905E}" dt="2026-10-08T12:16:28.245" v="8" actId="20577"/>
      <pc:docMkLst>
        <pc:docMk/>
      </pc:docMkLst>
      <pc:sldChg chg="modSp">
        <pc:chgData name="Vrishti Anantlal" userId="S::vrishti.anantlal@mthree.com::bf5702c6-d2db-4cb0-82c9-7f0c7e874cc6" providerId="AD" clId="Web-{D9458654-8578-4803-8906-6B4357DF905E}" dt="2026-10-08T12:16:28.245" v="8" actId="20577"/>
        <pc:sldMkLst>
          <pc:docMk/>
          <pc:sldMk cId="3111056407" sldId="259"/>
        </pc:sldMkLst>
        <pc:spChg chg="mod">
          <ac:chgData name="Vrishti Anantlal" userId="S::vrishti.anantlal@mthree.com::bf5702c6-d2db-4cb0-82c9-7f0c7e874cc6" providerId="AD" clId="Web-{D9458654-8578-4803-8906-6B4357DF905E}" dt="2026-10-08T12:16:28.245" v="8" actId="20577"/>
          <ac:spMkLst>
            <pc:docMk/>
            <pc:sldMk cId="3111056407" sldId="259"/>
            <ac:spMk id="6" creationId="{284A169C-3DA7-F3B9-1667-7E5749420B22}"/>
          </ac:spMkLst>
        </pc:spChg>
      </pc:sldChg>
      <pc:sldChg chg="modSp">
        <pc:chgData name="Vrishti Anantlal" userId="S::vrishti.anantlal@mthree.com::bf5702c6-d2db-4cb0-82c9-7f0c7e874cc6" providerId="AD" clId="Web-{D9458654-8578-4803-8906-6B4357DF905E}" dt="2026-10-08T11:56:05.149" v="6" actId="20577"/>
        <pc:sldMkLst>
          <pc:docMk/>
          <pc:sldMk cId="1890946528" sldId="260"/>
        </pc:sldMkLst>
        <pc:spChg chg="mod">
          <ac:chgData name="Vrishti Anantlal" userId="S::vrishti.anantlal@mthree.com::bf5702c6-d2db-4cb0-82c9-7f0c7e874cc6" providerId="AD" clId="Web-{D9458654-8578-4803-8906-6B4357DF905E}" dt="2026-10-08T11:56:05.149" v="6" actId="20577"/>
          <ac:spMkLst>
            <pc:docMk/>
            <pc:sldMk cId="1890946528" sldId="260"/>
            <ac:spMk id="3" creationId="{11808355-59B3-D1A5-2DC0-E9944214EB88}"/>
          </ac:spMkLst>
        </pc:spChg>
      </pc:sldChg>
    </pc:docChg>
  </pc:docChgLst>
  <pc:docChgLst>
    <pc:chgData name="Vrishti Anantlal" userId="S::vrishti.anantlal@mthree.com::bf5702c6-d2db-4cb0-82c9-7f0c7e874cc6" providerId="AD" clId="Web-{915B06C8-6998-44AE-BD79-67691D56D889}"/>
    <pc:docChg chg="addSld delSld modSld sldOrd">
      <pc:chgData name="Vrishti Anantlal" userId="S::vrishti.anantlal@mthree.com::bf5702c6-d2db-4cb0-82c9-7f0c7e874cc6" providerId="AD" clId="Web-{915B06C8-6998-44AE-BD79-67691D56D889}" dt="2026-10-08T11:05:20.086" v="367" actId="20577"/>
      <pc:docMkLst>
        <pc:docMk/>
      </pc:docMkLst>
      <pc:sldChg chg="ord">
        <pc:chgData name="Vrishti Anantlal" userId="S::vrishti.anantlal@mthree.com::bf5702c6-d2db-4cb0-82c9-7f0c7e874cc6" providerId="AD" clId="Web-{915B06C8-6998-44AE-BD79-67691D56D889}" dt="2026-10-08T10:27:43.863" v="9"/>
        <pc:sldMkLst>
          <pc:docMk/>
          <pc:sldMk cId="3111056407" sldId="259"/>
        </pc:sldMkLst>
      </pc:sldChg>
      <pc:sldChg chg="addSp delSp modSp mod setBg modClrScheme setClrOvrMap delDesignElem chgLayout">
        <pc:chgData name="Vrishti Anantlal" userId="S::vrishti.anantlal@mthree.com::bf5702c6-d2db-4cb0-82c9-7f0c7e874cc6" providerId="AD" clId="Web-{915B06C8-6998-44AE-BD79-67691D56D889}" dt="2026-10-08T11:04:15.112" v="358" actId="20577"/>
        <pc:sldMkLst>
          <pc:docMk/>
          <pc:sldMk cId="1890946528" sldId="260"/>
        </pc:sldMkLst>
        <pc:spChg chg="mod ord">
          <ac:chgData name="Vrishti Anantlal" userId="S::vrishti.anantlal@mthree.com::bf5702c6-d2db-4cb0-82c9-7f0c7e874cc6" providerId="AD" clId="Web-{915B06C8-6998-44AE-BD79-67691D56D889}" dt="2026-10-08T10:34:15.612" v="151"/>
          <ac:spMkLst>
            <pc:docMk/>
            <pc:sldMk cId="1890946528" sldId="260"/>
            <ac:spMk id="2" creationId="{16C18307-76FC-1F3F-A882-19BF0E7D49F1}"/>
          </ac:spMkLst>
        </pc:spChg>
        <pc:spChg chg="mod ord">
          <ac:chgData name="Vrishti Anantlal" userId="S::vrishti.anantlal@mthree.com::bf5702c6-d2db-4cb0-82c9-7f0c7e874cc6" providerId="AD" clId="Web-{915B06C8-6998-44AE-BD79-67691D56D889}" dt="2026-10-08T11:04:11.237" v="357" actId="20577"/>
          <ac:spMkLst>
            <pc:docMk/>
            <pc:sldMk cId="1890946528" sldId="260"/>
            <ac:spMk id="3" creationId="{11808355-59B3-D1A5-2DC0-E9944214EB88}"/>
          </ac:spMkLst>
        </pc:spChg>
        <pc:spChg chg="add mod ord">
          <ac:chgData name="Vrishti Anantlal" userId="S::vrishti.anantlal@mthree.com::bf5702c6-d2db-4cb0-82c9-7f0c7e874cc6" providerId="AD" clId="Web-{915B06C8-6998-44AE-BD79-67691D56D889}" dt="2026-10-08T11:04:15.112" v="358" actId="20577"/>
          <ac:spMkLst>
            <pc:docMk/>
            <pc:sldMk cId="1890946528" sldId="260"/>
            <ac:spMk id="4" creationId="{EC039636-F88D-BA60-4446-3A612D9F439D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40:47.408" v="275"/>
          <ac:spMkLst>
            <pc:docMk/>
            <pc:sldMk cId="1890946528" sldId="260"/>
            <ac:spMk id="6" creationId="{BD7806EB-AD9F-0FE8-600B-A567DBBA55B1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34:00.330" v="149"/>
          <ac:spMkLst>
            <pc:docMk/>
            <pc:sldMk cId="1890946528" sldId="260"/>
            <ac:spMk id="9" creationId="{2A6B319F-86FE-4754-878E-06F0804D882B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34:00.330" v="149"/>
          <ac:spMkLst>
            <pc:docMk/>
            <pc:sldMk cId="1890946528" sldId="260"/>
            <ac:spMk id="11" creationId="{DCF7D1B5-3477-499F-ACC5-2C8B07F4EDB3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34:15.612" v="151"/>
          <ac:spMkLst>
            <pc:docMk/>
            <pc:sldMk cId="1890946528" sldId="260"/>
            <ac:spMk id="13" creationId="{DB0D7DD0-1C67-4D4C-9E06-678233DB8468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28:48.493" v="18"/>
          <ac:spMkLst>
            <pc:docMk/>
            <pc:sldMk cId="1890946528" sldId="260"/>
            <ac:spMk id="14" creationId="{21C9FE86-FCC3-4A31-AA1C-C882262B7FE7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28:48.493" v="18"/>
          <ac:spMkLst>
            <pc:docMk/>
            <pc:sldMk cId="1890946528" sldId="260"/>
            <ac:spMk id="15" creationId="{DEE2AD96-B495-4E06-9291-B71706F728CB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28:48.493" v="18"/>
          <ac:spMkLst>
            <pc:docMk/>
            <pc:sldMk cId="1890946528" sldId="260"/>
            <ac:spMk id="16" creationId="{7D96243B-ECED-4B71-8E06-AE9A285EAD20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28:48.493" v="18"/>
          <ac:spMkLst>
            <pc:docMk/>
            <pc:sldMk cId="1890946528" sldId="260"/>
            <ac:spMk id="17" creationId="{53CF6D67-C5A8-4ADD-9E8E-1E38CA1D3166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28:48.493" v="18"/>
          <ac:spMkLst>
            <pc:docMk/>
            <pc:sldMk cId="1890946528" sldId="260"/>
            <ac:spMk id="18" creationId="{A09989E4-EFDC-4A90-A633-E0525FB4139E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28:48.493" v="18"/>
          <ac:spMkLst>
            <pc:docMk/>
            <pc:sldMk cId="1890946528" sldId="260"/>
            <ac:spMk id="19" creationId="{86909FA0-B515-4681-B7A8-FA281D133B94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34:15.612" v="151"/>
          <ac:spMkLst>
            <pc:docMk/>
            <pc:sldMk cId="1890946528" sldId="260"/>
            <ac:spMk id="20" creationId="{428D436F-9ACD-4C92-AFC8-C934C527A6A4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34:15.612" v="151"/>
          <ac:spMkLst>
            <pc:docMk/>
            <pc:sldMk cId="1890946528" sldId="260"/>
            <ac:spMk id="21" creationId="{090538E0-A884-4E60-A6AB-77D830E2FCED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28:48.477" v="17"/>
          <ac:spMkLst>
            <pc:docMk/>
            <pc:sldMk cId="1890946528" sldId="260"/>
            <ac:spMk id="24" creationId="{A2679492-7988-4050-9056-542444452411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28:48.477" v="17"/>
          <ac:spMkLst>
            <pc:docMk/>
            <pc:sldMk cId="1890946528" sldId="260"/>
            <ac:spMk id="26" creationId="{B091B163-7D61-4891-ABCF-5C13D9C418D0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28:55.025" v="19"/>
          <ac:spMkLst>
            <pc:docMk/>
            <pc:sldMk cId="1890946528" sldId="260"/>
            <ac:spMk id="35" creationId="{100EDD19-6802-4EC3-95CE-CFFAB042CFD6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28:55.025" v="19"/>
          <ac:spMkLst>
            <pc:docMk/>
            <pc:sldMk cId="1890946528" sldId="260"/>
            <ac:spMk id="36" creationId="{DB17E863-922E-4C26-BD64-E8FD41D28661}"/>
          </ac:spMkLst>
        </pc:spChg>
      </pc:sldChg>
      <pc:sldChg chg="modSp">
        <pc:chgData name="Vrishti Anantlal" userId="S::vrishti.anantlal@mthree.com::bf5702c6-d2db-4cb0-82c9-7f0c7e874cc6" providerId="AD" clId="Web-{915B06C8-6998-44AE-BD79-67691D56D889}" dt="2026-10-08T11:05:20.086" v="367" actId="20577"/>
        <pc:sldMkLst>
          <pc:docMk/>
          <pc:sldMk cId="3079418324" sldId="261"/>
        </pc:sldMkLst>
        <pc:spChg chg="mod">
          <ac:chgData name="Vrishti Anantlal" userId="S::vrishti.anantlal@mthree.com::bf5702c6-d2db-4cb0-82c9-7f0c7e874cc6" providerId="AD" clId="Web-{915B06C8-6998-44AE-BD79-67691D56D889}" dt="2026-10-08T11:05:20.086" v="367" actId="20577"/>
          <ac:spMkLst>
            <pc:docMk/>
            <pc:sldMk cId="3079418324" sldId="261"/>
            <ac:spMk id="3" creationId="{AF0B8FB3-B2A2-7173-CE35-2EAF5D2A1940}"/>
          </ac:spMkLst>
        </pc:spChg>
      </pc:sldChg>
      <pc:sldChg chg="modSp">
        <pc:chgData name="Vrishti Anantlal" userId="S::vrishti.anantlal@mthree.com::bf5702c6-d2db-4cb0-82c9-7f0c7e874cc6" providerId="AD" clId="Web-{915B06C8-6998-44AE-BD79-67691D56D889}" dt="2026-10-08T11:04:40.020" v="360" actId="1076"/>
        <pc:sldMkLst>
          <pc:docMk/>
          <pc:sldMk cId="1312875853" sldId="265"/>
        </pc:sldMkLst>
        <pc:picChg chg="mod">
          <ac:chgData name="Vrishti Anantlal" userId="S::vrishti.anantlal@mthree.com::bf5702c6-d2db-4cb0-82c9-7f0c7e874cc6" providerId="AD" clId="Web-{915B06C8-6998-44AE-BD79-67691D56D889}" dt="2026-10-08T11:04:40.020" v="360" actId="1076"/>
          <ac:picMkLst>
            <pc:docMk/>
            <pc:sldMk cId="1312875853" sldId="265"/>
            <ac:picMk id="24" creationId="{E61BD26E-07E1-1426-DDFD-41B826A98DA4}"/>
          </ac:picMkLst>
        </pc:picChg>
      </pc:sldChg>
      <pc:sldChg chg="addSp delSp modSp new mod setBg modClrScheme chgLayout">
        <pc:chgData name="Vrishti Anantlal" userId="S::vrishti.anantlal@mthree.com::bf5702c6-d2db-4cb0-82c9-7f0c7e874cc6" providerId="AD" clId="Web-{915B06C8-6998-44AE-BD79-67691D56D889}" dt="2026-10-08T10:33:16.983" v="147" actId="20577"/>
        <pc:sldMkLst>
          <pc:docMk/>
          <pc:sldMk cId="1146255057" sldId="266"/>
        </pc:sldMkLst>
        <pc:spChg chg="mod ord">
          <ac:chgData name="Vrishti Anantlal" userId="S::vrishti.anantlal@mthree.com::bf5702c6-d2db-4cb0-82c9-7f0c7e874cc6" providerId="AD" clId="Web-{915B06C8-6998-44AE-BD79-67691D56D889}" dt="2026-10-08T10:28:23.429" v="14"/>
          <ac:spMkLst>
            <pc:docMk/>
            <pc:sldMk cId="1146255057" sldId="266"/>
            <ac:spMk id="2" creationId="{56A9F22B-6954-5A80-42FF-02D4EEED76C8}"/>
          </ac:spMkLst>
        </pc:spChg>
        <pc:spChg chg="del mod ord">
          <ac:chgData name="Vrishti Anantlal" userId="S::vrishti.anantlal@mthree.com::bf5702c6-d2db-4cb0-82c9-7f0c7e874cc6" providerId="AD" clId="Web-{915B06C8-6998-44AE-BD79-67691D56D889}" dt="2026-10-08T10:28:27.726" v="15"/>
          <ac:spMkLst>
            <pc:docMk/>
            <pc:sldMk cId="1146255057" sldId="266"/>
            <ac:spMk id="3" creationId="{038F12C9-650D-DE33-54D6-97850CFE7D99}"/>
          </ac:spMkLst>
        </pc:spChg>
        <pc:spChg chg="add del">
          <ac:chgData name="Vrishti Anantlal" userId="S::vrishti.anantlal@mthree.com::bf5702c6-d2db-4cb0-82c9-7f0c7e874cc6" providerId="AD" clId="Web-{915B06C8-6998-44AE-BD79-67691D56D889}" dt="2026-10-08T10:32:47.965" v="123"/>
          <ac:spMkLst>
            <pc:docMk/>
            <pc:sldMk cId="1146255057" sldId="266"/>
            <ac:spMk id="4" creationId="{CE35BEC6-A04A-EFF8-B463-B45C059E9DCD}"/>
          </ac:spMkLst>
        </pc:spChg>
        <pc:spChg chg="add mod">
          <ac:chgData name="Vrishti Anantlal" userId="S::vrishti.anantlal@mthree.com::bf5702c6-d2db-4cb0-82c9-7f0c7e874cc6" providerId="AD" clId="Web-{915B06C8-6998-44AE-BD79-67691D56D889}" dt="2026-10-08T10:33:16.983" v="147" actId="20577"/>
          <ac:spMkLst>
            <pc:docMk/>
            <pc:sldMk cId="1146255057" sldId="266"/>
            <ac:spMk id="5" creationId="{5EFBCC07-53E0-8EF6-E667-390E2E17BED0}"/>
          </ac:spMkLst>
        </pc:spChg>
        <pc:spChg chg="add">
          <ac:chgData name="Vrishti Anantlal" userId="S::vrishti.anantlal@mthree.com::bf5702c6-d2db-4cb0-82c9-7f0c7e874cc6" providerId="AD" clId="Web-{915B06C8-6998-44AE-BD79-67691D56D889}" dt="2026-10-08T10:28:23.429" v="14"/>
          <ac:spMkLst>
            <pc:docMk/>
            <pc:sldMk cId="1146255057" sldId="266"/>
            <ac:spMk id="8" creationId="{1A3C89F8-0D2F-47FF-B903-151248265F47}"/>
          </ac:spMkLst>
        </pc:spChg>
        <pc:spChg chg="add">
          <ac:chgData name="Vrishti Anantlal" userId="S::vrishti.anantlal@mthree.com::bf5702c6-d2db-4cb0-82c9-7f0c7e874cc6" providerId="AD" clId="Web-{915B06C8-6998-44AE-BD79-67691D56D889}" dt="2026-10-08T10:28:23.429" v="14"/>
          <ac:spMkLst>
            <pc:docMk/>
            <pc:sldMk cId="1146255057" sldId="266"/>
            <ac:spMk id="10" creationId="{C5CB530E-515E-412C-9DF1-5F8FFBD6F383}"/>
          </ac:spMkLst>
        </pc:spChg>
        <pc:spChg chg="add">
          <ac:chgData name="Vrishti Anantlal" userId="S::vrishti.anantlal@mthree.com::bf5702c6-d2db-4cb0-82c9-7f0c7e874cc6" providerId="AD" clId="Web-{915B06C8-6998-44AE-BD79-67691D56D889}" dt="2026-10-08T10:28:23.429" v="14"/>
          <ac:spMkLst>
            <pc:docMk/>
            <pc:sldMk cId="1146255057" sldId="266"/>
            <ac:spMk id="12" creationId="{712D4376-A578-4FF1-94FC-245E7A6A489F}"/>
          </ac:spMkLst>
        </pc:spChg>
        <pc:spChg chg="add">
          <ac:chgData name="Vrishti Anantlal" userId="S::vrishti.anantlal@mthree.com::bf5702c6-d2db-4cb0-82c9-7f0c7e874cc6" providerId="AD" clId="Web-{915B06C8-6998-44AE-BD79-67691D56D889}" dt="2026-10-08T10:28:23.429" v="14"/>
          <ac:spMkLst>
            <pc:docMk/>
            <pc:sldMk cId="1146255057" sldId="266"/>
            <ac:spMk id="14" creationId="{AEA7509D-F04F-40CB-A0B3-EEF16499CC9F}"/>
          </ac:spMkLst>
        </pc:spChg>
        <pc:spChg chg="add">
          <ac:chgData name="Vrishti Anantlal" userId="S::vrishti.anantlal@mthree.com::bf5702c6-d2db-4cb0-82c9-7f0c7e874cc6" providerId="AD" clId="Web-{915B06C8-6998-44AE-BD79-67691D56D889}" dt="2026-10-08T10:28:23.429" v="14"/>
          <ac:spMkLst>
            <pc:docMk/>
            <pc:sldMk cId="1146255057" sldId="266"/>
            <ac:spMk id="18" creationId="{508BEF50-7B1E-49A4-BC19-5F4F1D755E64}"/>
          </ac:spMkLst>
        </pc:spChg>
        <pc:spChg chg="add">
          <ac:chgData name="Vrishti Anantlal" userId="S::vrishti.anantlal@mthree.com::bf5702c6-d2db-4cb0-82c9-7f0c7e874cc6" providerId="AD" clId="Web-{915B06C8-6998-44AE-BD79-67691D56D889}" dt="2026-10-08T10:28:23.429" v="14"/>
          <ac:spMkLst>
            <pc:docMk/>
            <pc:sldMk cId="1146255057" sldId="266"/>
            <ac:spMk id="20" creationId="{3FBAD350-5664-4811-A208-657FB882D350}"/>
          </ac:spMkLst>
        </pc:spChg>
        <pc:spChg chg="add">
          <ac:chgData name="Vrishti Anantlal" userId="S::vrishti.anantlal@mthree.com::bf5702c6-d2db-4cb0-82c9-7f0c7e874cc6" providerId="AD" clId="Web-{915B06C8-6998-44AE-BD79-67691D56D889}" dt="2026-10-08T10:28:23.429" v="14"/>
          <ac:spMkLst>
            <pc:docMk/>
            <pc:sldMk cId="1146255057" sldId="266"/>
            <ac:spMk id="22" creationId="{C39ADB8F-D187-49D7-BDCF-C1B6DC727068}"/>
          </ac:spMkLst>
        </pc:spChg>
        <pc:cxnChg chg="add">
          <ac:chgData name="Vrishti Anantlal" userId="S::vrishti.anantlal@mthree.com::bf5702c6-d2db-4cb0-82c9-7f0c7e874cc6" providerId="AD" clId="Web-{915B06C8-6998-44AE-BD79-67691D56D889}" dt="2026-10-08T10:28:23.429" v="14"/>
          <ac:cxnSpMkLst>
            <pc:docMk/>
            <pc:sldMk cId="1146255057" sldId="266"/>
            <ac:cxnSpMk id="16" creationId="{56020367-4FD5-4596-8E10-C5F095CD8DBF}"/>
          </ac:cxnSpMkLst>
        </pc:cxnChg>
      </pc:sldChg>
      <pc:sldChg chg="new del">
        <pc:chgData name="Vrishti Anantlal" userId="S::vrishti.anantlal@mthree.com::bf5702c6-d2db-4cb0-82c9-7f0c7e874cc6" providerId="AD" clId="Web-{915B06C8-6998-44AE-BD79-67691D56D889}" dt="2026-10-08T10:32:52.434" v="125"/>
        <pc:sldMkLst>
          <pc:docMk/>
          <pc:sldMk cId="2653603290" sldId="267"/>
        </pc:sldMkLst>
      </pc:sldChg>
    </pc:docChg>
  </pc:docChgLst>
  <pc:docChgLst>
    <pc:chgData name="Muhammad Awais" userId="S::muhammad.awais@mthree.com::5889f0ce-3371-4dff-95cd-2e9af0600ea6" providerId="AD" clId="Web-{B0179B5E-5AB3-A3E3-0EFC-0C515C015950}"/>
    <pc:docChg chg="addSld delSld modSld sldOrd">
      <pc:chgData name="Muhammad Awais" userId="S::muhammad.awais@mthree.com::5889f0ce-3371-4dff-95cd-2e9af0600ea6" providerId="AD" clId="Web-{B0179B5E-5AB3-A3E3-0EFC-0C515C015950}" dt="2026-10-08T17:21:32.768" v="535" actId="1076"/>
      <pc:docMkLst>
        <pc:docMk/>
      </pc:docMkLst>
      <pc:sldChg chg="addSp delSp modSp">
        <pc:chgData name="Muhammad Awais" userId="S::muhammad.awais@mthree.com::5889f0ce-3371-4dff-95cd-2e9af0600ea6" providerId="AD" clId="Web-{B0179B5E-5AB3-A3E3-0EFC-0C515C015950}" dt="2026-10-08T17:21:32.768" v="535" actId="1076"/>
        <pc:sldMkLst>
          <pc:docMk/>
          <pc:sldMk cId="3111056407" sldId="259"/>
        </pc:sldMkLst>
        <pc:spChg chg="mod">
          <ac:chgData name="Muhammad Awais" userId="S::muhammad.awais@mthree.com::5889f0ce-3371-4dff-95cd-2e9af0600ea6" providerId="AD" clId="Web-{B0179B5E-5AB3-A3E3-0EFC-0C515C015950}" dt="2026-10-08T16:51:41.077" v="509" actId="20577"/>
          <ac:spMkLst>
            <pc:docMk/>
            <pc:sldMk cId="3111056407" sldId="259"/>
            <ac:spMk id="2" creationId="{42994E25-87C6-F35C-C117-E5907989F4C0}"/>
          </ac:spMkLst>
        </pc:spChg>
        <pc:spChg chg="del mod">
          <ac:chgData name="Muhammad Awais" userId="S::muhammad.awais@mthree.com::5889f0ce-3371-4dff-95cd-2e9af0600ea6" providerId="AD" clId="Web-{B0179B5E-5AB3-A3E3-0EFC-0C515C015950}" dt="2026-10-08T16:52:00.405" v="510"/>
          <ac:spMkLst>
            <pc:docMk/>
            <pc:sldMk cId="3111056407" sldId="259"/>
            <ac:spMk id="6" creationId="{284A169C-3DA7-F3B9-1667-7E5749420B22}"/>
          </ac:spMkLst>
        </pc:spChg>
        <pc:spChg chg="add del mod">
          <ac:chgData name="Muhammad Awais" userId="S::muhammad.awais@mthree.com::5889f0ce-3371-4dff-95cd-2e9af0600ea6" providerId="AD" clId="Web-{B0179B5E-5AB3-A3E3-0EFC-0C515C015950}" dt="2026-10-08T17:18:15.043" v="522"/>
          <ac:spMkLst>
            <pc:docMk/>
            <pc:sldMk cId="3111056407" sldId="259"/>
            <ac:spMk id="6" creationId="{DB3F7532-CEE8-D59E-4A8E-7B9E2E52AB20}"/>
          </ac:spMkLst>
        </pc:spChg>
        <pc:picChg chg="add del mod ord">
          <ac:chgData name="Muhammad Awais" userId="S::muhammad.awais@mthree.com::5889f0ce-3371-4dff-95cd-2e9af0600ea6" providerId="AD" clId="Web-{B0179B5E-5AB3-A3E3-0EFC-0C515C015950}" dt="2026-10-08T17:18:01.183" v="519"/>
          <ac:picMkLst>
            <pc:docMk/>
            <pc:sldMk cId="3111056407" sldId="259"/>
            <ac:picMk id="3" creationId="{275C3829-ED9D-75CF-AAA9-7AA8D5097A62}"/>
          </ac:picMkLst>
        </pc:picChg>
        <pc:picChg chg="add del mod">
          <ac:chgData name="Muhammad Awais" userId="S::muhammad.awais@mthree.com::5889f0ce-3371-4dff-95cd-2e9af0600ea6" providerId="AD" clId="Web-{B0179B5E-5AB3-A3E3-0EFC-0C515C015950}" dt="2026-10-08T17:21:23.767" v="534"/>
          <ac:picMkLst>
            <pc:docMk/>
            <pc:sldMk cId="3111056407" sldId="259"/>
            <ac:picMk id="4" creationId="{ACCD004A-11D3-2185-776E-4BF58A3C8EF9}"/>
          </ac:picMkLst>
        </pc:picChg>
        <pc:picChg chg="add mod">
          <ac:chgData name="Muhammad Awais" userId="S::muhammad.awais@mthree.com::5889f0ce-3371-4dff-95cd-2e9af0600ea6" providerId="AD" clId="Web-{B0179B5E-5AB3-A3E3-0EFC-0C515C015950}" dt="2026-10-08T17:21:32.768" v="535" actId="1076"/>
          <ac:picMkLst>
            <pc:docMk/>
            <pc:sldMk cId="3111056407" sldId="259"/>
            <ac:picMk id="7" creationId="{2E76AA3B-DA9B-9880-6A75-71629C0EEE97}"/>
          </ac:picMkLst>
        </pc:picChg>
      </pc:sldChg>
      <pc:sldChg chg="addSp modSp">
        <pc:chgData name="Muhammad Awais" userId="S::muhammad.awais@mthree.com::5889f0ce-3371-4dff-95cd-2e9af0600ea6" providerId="AD" clId="Web-{B0179B5E-5AB3-A3E3-0EFC-0C515C015950}" dt="2026-10-08T14:42:08.353" v="499" actId="1076"/>
        <pc:sldMkLst>
          <pc:docMk/>
          <pc:sldMk cId="1890946528" sldId="260"/>
        </pc:sldMkLst>
        <pc:picChg chg="add mod">
          <ac:chgData name="Muhammad Awais" userId="S::muhammad.awais@mthree.com::5889f0ce-3371-4dff-95cd-2e9af0600ea6" providerId="AD" clId="Web-{B0179B5E-5AB3-A3E3-0EFC-0C515C015950}" dt="2026-10-08T14:42:08.353" v="499" actId="1076"/>
          <ac:picMkLst>
            <pc:docMk/>
            <pc:sldMk cId="1890946528" sldId="260"/>
            <ac:picMk id="5" creationId="{9CBF889B-B5E2-B304-5C66-5DA5B0C95DB6}"/>
          </ac:picMkLst>
        </pc:picChg>
        <pc:picChg chg="add mod">
          <ac:chgData name="Muhammad Awais" userId="S::muhammad.awais@mthree.com::5889f0ce-3371-4dff-95cd-2e9af0600ea6" providerId="AD" clId="Web-{B0179B5E-5AB3-A3E3-0EFC-0C515C015950}" dt="2026-10-08T14:36:37.621" v="462" actId="1076"/>
          <ac:picMkLst>
            <pc:docMk/>
            <pc:sldMk cId="1890946528" sldId="260"/>
            <ac:picMk id="6" creationId="{436CEAE6-FDEA-0F94-F73B-F394CCC88F00}"/>
          </ac:picMkLst>
        </pc:picChg>
        <pc:picChg chg="add mod">
          <ac:chgData name="Muhammad Awais" userId="S::muhammad.awais@mthree.com::5889f0ce-3371-4dff-95cd-2e9af0600ea6" providerId="AD" clId="Web-{B0179B5E-5AB3-A3E3-0EFC-0C515C015950}" dt="2026-10-08T14:36:48.106" v="464" actId="1076"/>
          <ac:picMkLst>
            <pc:docMk/>
            <pc:sldMk cId="1890946528" sldId="260"/>
            <ac:picMk id="7" creationId="{007A2CC3-3C2F-04FB-99BC-5751FBD9E769}"/>
          </ac:picMkLst>
        </pc:picChg>
        <pc:picChg chg="add mod modCrop">
          <ac:chgData name="Muhammad Awais" userId="S::muhammad.awais@mthree.com::5889f0ce-3371-4dff-95cd-2e9af0600ea6" providerId="AD" clId="Web-{B0179B5E-5AB3-A3E3-0EFC-0C515C015950}" dt="2026-10-08T14:39:15.674" v="485" actId="1076"/>
          <ac:picMkLst>
            <pc:docMk/>
            <pc:sldMk cId="1890946528" sldId="260"/>
            <ac:picMk id="8" creationId="{76D71835-76D7-072B-0C2A-8ABDDF448392}"/>
          </ac:picMkLst>
        </pc:picChg>
        <pc:picChg chg="add mod">
          <ac:chgData name="Muhammad Awais" userId="S::muhammad.awais@mthree.com::5889f0ce-3371-4dff-95cd-2e9af0600ea6" providerId="AD" clId="Web-{B0179B5E-5AB3-A3E3-0EFC-0C515C015950}" dt="2026-10-08T14:39:11.018" v="484" actId="1076"/>
          <ac:picMkLst>
            <pc:docMk/>
            <pc:sldMk cId="1890946528" sldId="260"/>
            <ac:picMk id="9" creationId="{7C7D9D78-137A-3C4F-207E-5A308BEC5D5D}"/>
          </ac:picMkLst>
        </pc:picChg>
        <pc:picChg chg="add mod">
          <ac:chgData name="Muhammad Awais" userId="S::muhammad.awais@mthree.com::5889f0ce-3371-4dff-95cd-2e9af0600ea6" providerId="AD" clId="Web-{B0179B5E-5AB3-A3E3-0EFC-0C515C015950}" dt="2026-10-08T14:40:15.364" v="489" actId="1076"/>
          <ac:picMkLst>
            <pc:docMk/>
            <pc:sldMk cId="1890946528" sldId="260"/>
            <ac:picMk id="10" creationId="{4FDEFB73-0923-D648-0EED-418070C2B567}"/>
          </ac:picMkLst>
        </pc:picChg>
        <pc:picChg chg="add mod">
          <ac:chgData name="Muhammad Awais" userId="S::muhammad.awais@mthree.com::5889f0ce-3371-4dff-95cd-2e9af0600ea6" providerId="AD" clId="Web-{B0179B5E-5AB3-A3E3-0EFC-0C515C015950}" dt="2026-10-08T14:42:05.634" v="498" actId="14100"/>
          <ac:picMkLst>
            <pc:docMk/>
            <pc:sldMk cId="1890946528" sldId="260"/>
            <ac:picMk id="11" creationId="{FD614E2B-76A0-F0EB-4279-34C26EEABE61}"/>
          </ac:picMkLst>
        </pc:picChg>
      </pc:sldChg>
      <pc:sldChg chg="modSp">
        <pc:chgData name="Muhammad Awais" userId="S::muhammad.awais@mthree.com::5889f0ce-3371-4dff-95cd-2e9af0600ea6" providerId="AD" clId="Web-{B0179B5E-5AB3-A3E3-0EFC-0C515C015950}" dt="2026-10-08T11:02:39.575" v="354" actId="20577"/>
        <pc:sldMkLst>
          <pc:docMk/>
          <pc:sldMk cId="4171955012" sldId="262"/>
        </pc:sldMkLst>
        <pc:spChg chg="mod">
          <ac:chgData name="Muhammad Awais" userId="S::muhammad.awais@mthree.com::5889f0ce-3371-4dff-95cd-2e9af0600ea6" providerId="AD" clId="Web-{B0179B5E-5AB3-A3E3-0EFC-0C515C015950}" dt="2026-10-08T11:02:39.575" v="354" actId="20577"/>
          <ac:spMkLst>
            <pc:docMk/>
            <pc:sldMk cId="4171955012" sldId="262"/>
            <ac:spMk id="3" creationId="{BFAB2AE7-23F5-B505-70BC-E86425BD593B}"/>
          </ac:spMkLst>
        </pc:spChg>
      </pc:sldChg>
      <pc:sldChg chg="modSp">
        <pc:chgData name="Muhammad Awais" userId="S::muhammad.awais@mthree.com::5889f0ce-3371-4dff-95cd-2e9af0600ea6" providerId="AD" clId="Web-{B0179B5E-5AB3-A3E3-0EFC-0C515C015950}" dt="2026-10-08T11:24:00.709" v="412" actId="20577"/>
        <pc:sldMkLst>
          <pc:docMk/>
          <pc:sldMk cId="1931003076" sldId="264"/>
        </pc:sldMkLst>
        <pc:spChg chg="mod">
          <ac:chgData name="Muhammad Awais" userId="S::muhammad.awais@mthree.com::5889f0ce-3371-4dff-95cd-2e9af0600ea6" providerId="AD" clId="Web-{B0179B5E-5AB3-A3E3-0EFC-0C515C015950}" dt="2026-10-08T11:24:00.709" v="412" actId="20577"/>
          <ac:spMkLst>
            <pc:docMk/>
            <pc:sldMk cId="1931003076" sldId="264"/>
            <ac:spMk id="3" creationId="{FF2B8048-3BF2-1420-4526-6D14F092922B}"/>
          </ac:spMkLst>
        </pc:spChg>
      </pc:sldChg>
      <pc:sldChg chg="addSp delSp modSp ord">
        <pc:chgData name="Muhammad Awais" userId="S::muhammad.awais@mthree.com::5889f0ce-3371-4dff-95cd-2e9af0600ea6" providerId="AD" clId="Web-{B0179B5E-5AB3-A3E3-0EFC-0C515C015950}" dt="2026-10-08T13:04:38.420" v="435"/>
        <pc:sldMkLst>
          <pc:docMk/>
          <pc:sldMk cId="1312875853" sldId="265"/>
        </pc:sldMkLst>
        <pc:picChg chg="del">
          <ac:chgData name="Muhammad Awais" userId="S::muhammad.awais@mthree.com::5889f0ce-3371-4dff-95cd-2e9af0600ea6" providerId="AD" clId="Web-{B0179B5E-5AB3-A3E3-0EFC-0C515C015950}" dt="2026-10-08T11:41:56.534" v="413"/>
          <ac:picMkLst>
            <pc:docMk/>
            <pc:sldMk cId="1312875853" sldId="265"/>
            <ac:picMk id="24" creationId="{E61BD26E-07E1-1426-DDFD-41B826A98DA4}"/>
          </ac:picMkLst>
        </pc:picChg>
        <pc:picChg chg="add mod modCrop">
          <ac:chgData name="Muhammad Awais" userId="S::muhammad.awais@mthree.com::5889f0ce-3371-4dff-95cd-2e9af0600ea6" providerId="AD" clId="Web-{B0179B5E-5AB3-A3E3-0EFC-0C515C015950}" dt="2026-10-08T11:43:44.681" v="431" actId="1076"/>
          <ac:picMkLst>
            <pc:docMk/>
            <pc:sldMk cId="1312875853" sldId="265"/>
            <ac:picMk id="45" creationId="{204E3FB7-659E-DBEB-0869-850112F8D7C0}"/>
          </ac:picMkLst>
        </pc:picChg>
      </pc:sldChg>
      <pc:sldChg chg="delSp">
        <pc:chgData name="Muhammad Awais" userId="S::muhammad.awais@mthree.com::5889f0ce-3371-4dff-95cd-2e9af0600ea6" providerId="AD" clId="Web-{B0179B5E-5AB3-A3E3-0EFC-0C515C015950}" dt="2026-10-08T15:56:44.120" v="500"/>
        <pc:sldMkLst>
          <pc:docMk/>
          <pc:sldMk cId="1146255057" sldId="266"/>
        </pc:sldMkLst>
        <pc:spChg chg="del">
          <ac:chgData name="Muhammad Awais" userId="S::muhammad.awais@mthree.com::5889f0ce-3371-4dff-95cd-2e9af0600ea6" providerId="AD" clId="Web-{B0179B5E-5AB3-A3E3-0EFC-0C515C015950}" dt="2026-10-08T15:56:44.120" v="500"/>
          <ac:spMkLst>
            <pc:docMk/>
            <pc:sldMk cId="1146255057" sldId="266"/>
            <ac:spMk id="5" creationId="{5EFBCC07-53E0-8EF6-E667-390E2E17BED0}"/>
          </ac:spMkLst>
        </pc:spChg>
      </pc:sldChg>
      <pc:sldChg chg="add replId">
        <pc:chgData name="Muhammad Awais" userId="S::muhammad.awais@mthree.com::5889f0ce-3371-4dff-95cd-2e9af0600ea6" providerId="AD" clId="Web-{B0179B5E-5AB3-A3E3-0EFC-0C515C015950}" dt="2026-10-08T16:51:21.185" v="501"/>
        <pc:sldMkLst>
          <pc:docMk/>
          <pc:sldMk cId="751990703" sldId="267"/>
        </pc:sldMkLst>
      </pc:sldChg>
      <pc:sldChg chg="addSp delSp modSp new add del">
        <pc:chgData name="Muhammad Awais" userId="S::muhammad.awais@mthree.com::5889f0ce-3371-4dff-95cd-2e9af0600ea6" providerId="AD" clId="Web-{B0179B5E-5AB3-A3E3-0EFC-0C515C015950}" dt="2026-10-08T11:43:52.759" v="433"/>
        <pc:sldMkLst>
          <pc:docMk/>
          <pc:sldMk cId="4086929321" sldId="267"/>
        </pc:sldMkLst>
        <pc:spChg chg="del mod">
          <ac:chgData name="Muhammad Awais" userId="S::muhammad.awais@mthree.com::5889f0ce-3371-4dff-95cd-2e9af0600ea6" providerId="AD" clId="Web-{B0179B5E-5AB3-A3E3-0EFC-0C515C015950}" dt="2026-10-08T11:42:10.238" v="416"/>
          <ac:spMkLst>
            <pc:docMk/>
            <pc:sldMk cId="4086929321" sldId="267"/>
            <ac:spMk id="3" creationId="{D88658CD-8ECF-70BC-C1FC-E1594D0F0554}"/>
          </ac:spMkLst>
        </pc:spChg>
        <pc:picChg chg="add del mod modCrop">
          <ac:chgData name="Muhammad Awais" userId="S::muhammad.awais@mthree.com::5889f0ce-3371-4dff-95cd-2e9af0600ea6" providerId="AD" clId="Web-{B0179B5E-5AB3-A3E3-0EFC-0C515C015950}" dt="2026-10-08T11:43:35.071" v="427"/>
          <ac:picMkLst>
            <pc:docMk/>
            <pc:sldMk cId="4086929321" sldId="267"/>
            <ac:picMk id="4" creationId="{9567DA71-FF38-7864-8E9A-AA7013B1CB83}"/>
          </ac:picMkLst>
        </pc:picChg>
      </pc:sldChg>
    </pc:docChg>
  </pc:docChgLst>
  <pc:docChgLst>
    <pc:chgData name="Vrishti Anantlal" userId="S::vrishti.anantlal@mthree.com::bf5702c6-d2db-4cb0-82c9-7f0c7e874cc6" providerId="AD" clId="Web-{00000000-0000-0000-0000-000000000000}"/>
    <pc:docChg chg="addSld modSld sldOrd">
      <pc:chgData name="Vrishti Anantlal" userId="S::vrishti.anantlal@mthree.com::bf5702c6-d2db-4cb0-82c9-7f0c7e874cc6" providerId="AD" clId="Web-{00000000-0000-0000-0000-000000000000}" dt="2026-10-07T16:46:05.922" v="251"/>
      <pc:docMkLst>
        <pc:docMk/>
      </pc:docMkLst>
      <pc:sldChg chg="addSp modSp mod setBg">
        <pc:chgData name="Vrishti Anantlal" userId="S::vrishti.anantlal@mthree.com::bf5702c6-d2db-4cb0-82c9-7f0c7e874cc6" providerId="AD" clId="Web-{00000000-0000-0000-0000-000000000000}" dt="2026-10-07T16:45:05.796" v="246"/>
        <pc:sldMkLst>
          <pc:docMk/>
          <pc:sldMk cId="109857222" sldId="256"/>
        </pc:sldMkLst>
        <pc:spChg chg="mod">
          <ac:chgData name="Vrishti Anantlal" userId="S::vrishti.anantlal@mthree.com::bf5702c6-d2db-4cb0-82c9-7f0c7e874cc6" providerId="AD" clId="Web-{00000000-0000-0000-0000-000000000000}" dt="2026-10-07T16:45:05.796" v="24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Vrishti Anantlal" userId="S::vrishti.anantlal@mthree.com::bf5702c6-d2db-4cb0-82c9-7f0c7e874cc6" providerId="AD" clId="Web-{00000000-0000-0000-0000-000000000000}" dt="2026-10-07T16:45:05.796" v="24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Vrishti Anantlal" userId="S::vrishti.anantlal@mthree.com::bf5702c6-d2db-4cb0-82c9-7f0c7e874cc6" providerId="AD" clId="Web-{00000000-0000-0000-0000-000000000000}" dt="2026-10-07T16:45:05.796" v="246"/>
          <ac:spMkLst>
            <pc:docMk/>
            <pc:sldMk cId="109857222" sldId="256"/>
            <ac:spMk id="8" creationId="{943CAA20-3569-4189-9E48-239A229A86CA}"/>
          </ac:spMkLst>
        </pc:spChg>
        <pc:spChg chg="add">
          <ac:chgData name="Vrishti Anantlal" userId="S::vrishti.anantlal@mthree.com::bf5702c6-d2db-4cb0-82c9-7f0c7e874cc6" providerId="AD" clId="Web-{00000000-0000-0000-0000-000000000000}" dt="2026-10-07T16:45:05.796" v="246"/>
          <ac:spMkLst>
            <pc:docMk/>
            <pc:sldMk cId="109857222" sldId="256"/>
            <ac:spMk id="10" creationId="{DA542B6D-E775-4832-91DC-2D20F857813A}"/>
          </ac:spMkLst>
        </pc:spChg>
      </pc:sldChg>
      <pc:sldChg chg="addSp modSp mod setBg">
        <pc:chgData name="Vrishti Anantlal" userId="S::vrishti.anantlal@mthree.com::bf5702c6-d2db-4cb0-82c9-7f0c7e874cc6" providerId="AD" clId="Web-{00000000-0000-0000-0000-000000000000}" dt="2026-10-07T16:45:22.437" v="247"/>
        <pc:sldMkLst>
          <pc:docMk/>
          <pc:sldMk cId="1049695086" sldId="257"/>
        </pc:sldMkLst>
        <pc:spChg chg="mod">
          <ac:chgData name="Vrishti Anantlal" userId="S::vrishti.anantlal@mthree.com::bf5702c6-d2db-4cb0-82c9-7f0c7e874cc6" providerId="AD" clId="Web-{00000000-0000-0000-0000-000000000000}" dt="2026-10-07T16:45:22.437" v="247"/>
          <ac:spMkLst>
            <pc:docMk/>
            <pc:sldMk cId="1049695086" sldId="257"/>
            <ac:spMk id="2" creationId="{797A9B48-EED4-C831-DE92-BA4EB358EAF1}"/>
          </ac:spMkLst>
        </pc:spChg>
        <pc:spChg chg="mod">
          <ac:chgData name="Vrishti Anantlal" userId="S::vrishti.anantlal@mthree.com::bf5702c6-d2db-4cb0-82c9-7f0c7e874cc6" providerId="AD" clId="Web-{00000000-0000-0000-0000-000000000000}" dt="2026-10-07T16:45:22.437" v="247"/>
          <ac:spMkLst>
            <pc:docMk/>
            <pc:sldMk cId="1049695086" sldId="257"/>
            <ac:spMk id="3" creationId="{EE6B2DDE-C822-5F36-E028-B6FE938F7473}"/>
          </ac:spMkLst>
        </pc:spChg>
        <pc:spChg chg="add">
          <ac:chgData name="Vrishti Anantlal" userId="S::vrishti.anantlal@mthree.com::bf5702c6-d2db-4cb0-82c9-7f0c7e874cc6" providerId="AD" clId="Web-{00000000-0000-0000-0000-000000000000}" dt="2026-10-07T16:45:22.437" v="247"/>
          <ac:spMkLst>
            <pc:docMk/>
            <pc:sldMk cId="1049695086" sldId="257"/>
            <ac:spMk id="8" creationId="{907EF6B7-1338-4443-8C46-6A318D952DFD}"/>
          </ac:spMkLst>
        </pc:spChg>
        <pc:spChg chg="add">
          <ac:chgData name="Vrishti Anantlal" userId="S::vrishti.anantlal@mthree.com::bf5702c6-d2db-4cb0-82c9-7f0c7e874cc6" providerId="AD" clId="Web-{00000000-0000-0000-0000-000000000000}" dt="2026-10-07T16:45:22.437" v="247"/>
          <ac:spMkLst>
            <pc:docMk/>
            <pc:sldMk cId="1049695086" sldId="257"/>
            <ac:spMk id="10" creationId="{DAAE4CDD-124C-4DCF-9584-B6033B545DD5}"/>
          </ac:spMkLst>
        </pc:spChg>
        <pc:spChg chg="add">
          <ac:chgData name="Vrishti Anantlal" userId="S::vrishti.anantlal@mthree.com::bf5702c6-d2db-4cb0-82c9-7f0c7e874cc6" providerId="AD" clId="Web-{00000000-0000-0000-0000-000000000000}" dt="2026-10-07T16:45:22.437" v="247"/>
          <ac:spMkLst>
            <pc:docMk/>
            <pc:sldMk cId="1049695086" sldId="257"/>
            <ac:spMk id="12" creationId="{081E4A58-353D-44AE-B2FC-2A74E2E400F7}"/>
          </ac:spMkLst>
        </pc:spChg>
      </pc:sldChg>
      <pc:sldChg chg="addSp modSp mod setBg">
        <pc:chgData name="Vrishti Anantlal" userId="S::vrishti.anantlal@mthree.com::bf5702c6-d2db-4cb0-82c9-7f0c7e874cc6" providerId="AD" clId="Web-{00000000-0000-0000-0000-000000000000}" dt="2026-10-07T16:45:36.687" v="248"/>
        <pc:sldMkLst>
          <pc:docMk/>
          <pc:sldMk cId="232192584" sldId="258"/>
        </pc:sldMkLst>
        <pc:spChg chg="mod">
          <ac:chgData name="Vrishti Anantlal" userId="S::vrishti.anantlal@mthree.com::bf5702c6-d2db-4cb0-82c9-7f0c7e874cc6" providerId="AD" clId="Web-{00000000-0000-0000-0000-000000000000}" dt="2026-10-07T16:45:36.687" v="248"/>
          <ac:spMkLst>
            <pc:docMk/>
            <pc:sldMk cId="232192584" sldId="258"/>
            <ac:spMk id="2" creationId="{A9E6C2A9-940A-08A9-6C17-B5778613CF0F}"/>
          </ac:spMkLst>
        </pc:spChg>
        <pc:spChg chg="mod">
          <ac:chgData name="Vrishti Anantlal" userId="S::vrishti.anantlal@mthree.com::bf5702c6-d2db-4cb0-82c9-7f0c7e874cc6" providerId="AD" clId="Web-{00000000-0000-0000-0000-000000000000}" dt="2026-10-07T16:45:36.687" v="248"/>
          <ac:spMkLst>
            <pc:docMk/>
            <pc:sldMk cId="232192584" sldId="258"/>
            <ac:spMk id="3" creationId="{E73C2058-75ED-829A-C06F-2BAA9C0DF13F}"/>
          </ac:spMkLst>
        </pc:spChg>
        <pc:spChg chg="add">
          <ac:chgData name="Vrishti Anantlal" userId="S::vrishti.anantlal@mthree.com::bf5702c6-d2db-4cb0-82c9-7f0c7e874cc6" providerId="AD" clId="Web-{00000000-0000-0000-0000-000000000000}" dt="2026-10-07T16:45:36.687" v="248"/>
          <ac:spMkLst>
            <pc:docMk/>
            <pc:sldMk cId="232192584" sldId="258"/>
            <ac:spMk id="8" creationId="{7C32DF3D-3F59-481D-A237-77C31AD492C1}"/>
          </ac:spMkLst>
        </pc:spChg>
        <pc:spChg chg="add">
          <ac:chgData name="Vrishti Anantlal" userId="S::vrishti.anantlal@mthree.com::bf5702c6-d2db-4cb0-82c9-7f0c7e874cc6" providerId="AD" clId="Web-{00000000-0000-0000-0000-000000000000}" dt="2026-10-07T16:45:36.687" v="248"/>
          <ac:spMkLst>
            <pc:docMk/>
            <pc:sldMk cId="232192584" sldId="258"/>
            <ac:spMk id="10" creationId="{32F02326-30C4-4095-988F-932A425AE2DA}"/>
          </ac:spMkLst>
        </pc:spChg>
      </pc:sldChg>
      <pc:sldChg chg="modSp">
        <pc:chgData name="Vrishti Anantlal" userId="S::vrishti.anantlal@mthree.com::bf5702c6-d2db-4cb0-82c9-7f0c7e874cc6" providerId="AD" clId="Web-{00000000-0000-0000-0000-000000000000}" dt="2026-10-07T16:36:26.391" v="14" actId="20577"/>
        <pc:sldMkLst>
          <pc:docMk/>
          <pc:sldMk cId="3111056407" sldId="259"/>
        </pc:sldMkLst>
      </pc:sldChg>
      <pc:sldChg chg="modSp">
        <pc:chgData name="Vrishti Anantlal" userId="S::vrishti.anantlal@mthree.com::bf5702c6-d2db-4cb0-82c9-7f0c7e874cc6" providerId="AD" clId="Web-{00000000-0000-0000-0000-000000000000}" dt="2026-10-07T16:40:09.037" v="124" actId="20577"/>
        <pc:sldMkLst>
          <pc:docMk/>
          <pc:sldMk cId="1890946528" sldId="260"/>
        </pc:sldMkLst>
        <pc:spChg chg="mod">
          <ac:chgData name="Vrishti Anantlal" userId="S::vrishti.anantlal@mthree.com::bf5702c6-d2db-4cb0-82c9-7f0c7e874cc6" providerId="AD" clId="Web-{00000000-0000-0000-0000-000000000000}" dt="2026-10-07T16:13:19.304" v="6" actId="20577"/>
          <ac:spMkLst>
            <pc:docMk/>
            <pc:sldMk cId="1890946528" sldId="260"/>
            <ac:spMk id="2" creationId="{16C18307-76FC-1F3F-A882-19BF0E7D49F1}"/>
          </ac:spMkLst>
        </pc:spChg>
        <pc:spChg chg="mod">
          <ac:chgData name="Vrishti Anantlal" userId="S::vrishti.anantlal@mthree.com::bf5702c6-d2db-4cb0-82c9-7f0c7e874cc6" providerId="AD" clId="Web-{00000000-0000-0000-0000-000000000000}" dt="2026-10-07T16:40:09.037" v="124" actId="20577"/>
          <ac:spMkLst>
            <pc:docMk/>
            <pc:sldMk cId="1890946528" sldId="260"/>
            <ac:spMk id="3" creationId="{11808355-59B3-D1A5-2DC0-E9944214EB88}"/>
          </ac:spMkLst>
        </pc:spChg>
      </pc:sldChg>
      <pc:sldChg chg="addSp delSp modSp new mod ord setBg">
        <pc:chgData name="Vrishti Anantlal" userId="S::vrishti.anantlal@mthree.com::bf5702c6-d2db-4cb0-82c9-7f0c7e874cc6" providerId="AD" clId="Web-{00000000-0000-0000-0000-000000000000}" dt="2026-10-07T16:46:05.922" v="251"/>
        <pc:sldMkLst>
          <pc:docMk/>
          <pc:sldMk cId="1312875853" sldId="265"/>
        </pc:sldMkLst>
        <pc:spChg chg="mod">
          <ac:chgData name="Vrishti Anantlal" userId="S::vrishti.anantlal@mthree.com::bf5702c6-d2db-4cb0-82c9-7f0c7e874cc6" providerId="AD" clId="Web-{00000000-0000-0000-0000-000000000000}" dt="2026-10-07T16:46:05.907" v="250"/>
          <ac:spMkLst>
            <pc:docMk/>
            <pc:sldMk cId="1312875853" sldId="265"/>
            <ac:spMk id="2" creationId="{9B0CA48A-5747-B76E-3512-DB4A33900A9C}"/>
          </ac:spMkLst>
        </pc:spChg>
        <pc:graphicFrameChg chg="add">
          <ac:chgData name="Vrishti Anantlal" userId="S::vrishti.anantlal@mthree.com::bf5702c6-d2db-4cb0-82c9-7f0c7e874cc6" providerId="AD" clId="Web-{00000000-0000-0000-0000-000000000000}" dt="2026-10-07T16:46:05.922" v="251"/>
          <ac:graphicFrameMkLst>
            <pc:docMk/>
            <pc:sldMk cId="1312875853" sldId="265"/>
            <ac:graphicFrameMk id="17" creationId="{E031CA3F-85B8-1778-B877-2814CA1E1E0A}"/>
          </ac:graphicFrameMkLst>
        </pc:graphicFrameChg>
      </pc:sldChg>
    </pc:docChg>
  </pc:docChgLst>
  <pc:docChgLst>
    <pc:chgData name="Favour Aigbokie" userId="S::favour.aigbokie@mthree.com::7b77d87a-ba40-4de3-a486-c30602623bd6" providerId="AD" clId="Web-{BEF3A896-04B8-4968-B4A0-1B727E3C42B7}"/>
    <pc:docChg chg="modSld">
      <pc:chgData name="Favour Aigbokie" userId="S::favour.aigbokie@mthree.com::7b77d87a-ba40-4de3-a486-c30602623bd6" providerId="AD" clId="Web-{BEF3A896-04B8-4968-B4A0-1B727E3C42B7}" dt="2026-10-09T11:54:03.107" v="6" actId="1076"/>
      <pc:docMkLst>
        <pc:docMk/>
      </pc:docMkLst>
      <pc:sldChg chg="modSp">
        <pc:chgData name="Favour Aigbokie" userId="S::favour.aigbokie@mthree.com::7b77d87a-ba40-4de3-a486-c30602623bd6" providerId="AD" clId="Web-{BEF3A896-04B8-4968-B4A0-1B727E3C42B7}" dt="2026-10-09T11:54:03.107" v="6" actId="1076"/>
        <pc:sldMkLst>
          <pc:docMk/>
          <pc:sldMk cId="1890946528" sldId="260"/>
        </pc:sldMkLst>
        <pc:picChg chg="mod">
          <ac:chgData name="Favour Aigbokie" userId="S::favour.aigbokie@mthree.com::7b77d87a-ba40-4de3-a486-c30602623bd6" providerId="AD" clId="Web-{BEF3A896-04B8-4968-B4A0-1B727E3C42B7}" dt="2026-10-09T11:53:15.214" v="2" actId="1076"/>
          <ac:picMkLst>
            <pc:docMk/>
            <pc:sldMk cId="1890946528" sldId="260"/>
            <ac:picMk id="7" creationId="{007A2CC3-3C2F-04FB-99BC-5751FBD9E769}"/>
          </ac:picMkLst>
        </pc:picChg>
        <pc:picChg chg="mod">
          <ac:chgData name="Favour Aigbokie" userId="S::favour.aigbokie@mthree.com::7b77d87a-ba40-4de3-a486-c30602623bd6" providerId="AD" clId="Web-{BEF3A896-04B8-4968-B4A0-1B727E3C42B7}" dt="2026-10-09T11:53:02.339" v="1" actId="1076"/>
          <ac:picMkLst>
            <pc:docMk/>
            <pc:sldMk cId="1890946528" sldId="260"/>
            <ac:picMk id="8" creationId="{76D71835-76D7-072B-0C2A-8ABDDF448392}"/>
          </ac:picMkLst>
        </pc:picChg>
        <pc:picChg chg="mod">
          <ac:chgData name="Favour Aigbokie" userId="S::favour.aigbokie@mthree.com::7b77d87a-ba40-4de3-a486-c30602623bd6" providerId="AD" clId="Web-{BEF3A896-04B8-4968-B4A0-1B727E3C42B7}" dt="2026-10-09T11:54:03.107" v="6" actId="1076"/>
          <ac:picMkLst>
            <pc:docMk/>
            <pc:sldMk cId="1890946528" sldId="260"/>
            <ac:picMk id="9" creationId="{7C7D9D78-137A-3C4F-207E-5A308BEC5D5D}"/>
          </ac:picMkLst>
        </pc:picChg>
        <pc:picChg chg="mod">
          <ac:chgData name="Favour Aigbokie" userId="S::favour.aigbokie@mthree.com::7b77d87a-ba40-4de3-a486-c30602623bd6" providerId="AD" clId="Web-{BEF3A896-04B8-4968-B4A0-1B727E3C42B7}" dt="2026-10-09T11:53:30.012" v="3" actId="1076"/>
          <ac:picMkLst>
            <pc:docMk/>
            <pc:sldMk cId="1890946528" sldId="260"/>
            <ac:picMk id="10" creationId="{4FDEFB73-0923-D648-0EED-418070C2B567}"/>
          </ac:picMkLst>
        </pc:picChg>
      </pc:sldChg>
    </pc:docChg>
  </pc:docChgLst>
  <pc:docChgLst>
    <pc:chgData name="Vrishti Anantlal" userId="S::vrishti.anantlal@mthree.com::bf5702c6-d2db-4cb0-82c9-7f0c7e874cc6" providerId="AD" clId="Web-{5332024E-8DD6-4599-8337-C019E4E0714B}"/>
    <pc:docChg chg="modSld">
      <pc:chgData name="Vrishti Anantlal" userId="S::vrishti.anantlal@mthree.com::bf5702c6-d2db-4cb0-82c9-7f0c7e874cc6" providerId="AD" clId="Web-{5332024E-8DD6-4599-8337-C019E4E0714B}" dt="2026-10-09T10:22:56.113" v="1" actId="20577"/>
      <pc:docMkLst>
        <pc:docMk/>
      </pc:docMkLst>
      <pc:sldChg chg="modSp">
        <pc:chgData name="Vrishti Anantlal" userId="S::vrishti.anantlal@mthree.com::bf5702c6-d2db-4cb0-82c9-7f0c7e874cc6" providerId="AD" clId="Web-{5332024E-8DD6-4599-8337-C019E4E0714B}" dt="2026-10-09T10:22:56.113" v="1" actId="20577"/>
        <pc:sldMkLst>
          <pc:docMk/>
          <pc:sldMk cId="751990703" sldId="267"/>
        </pc:sldMkLst>
        <pc:spChg chg="mod">
          <ac:chgData name="Vrishti Anantlal" userId="S::vrishti.anantlal@mthree.com::bf5702c6-d2db-4cb0-82c9-7f0c7e874cc6" providerId="AD" clId="Web-{5332024E-8DD6-4599-8337-C019E4E0714B}" dt="2026-10-09T10:22:56.113" v="1" actId="20577"/>
          <ac:spMkLst>
            <pc:docMk/>
            <pc:sldMk cId="751990703" sldId="267"/>
            <ac:spMk id="6" creationId="{039EEDC7-CCFA-2B2D-02B8-C394F9CFEDC3}"/>
          </ac:spMkLst>
        </pc:spChg>
      </pc:sldChg>
    </pc:docChg>
  </pc:docChgLst>
  <pc:docChgLst>
    <pc:chgData name="Muhammad Awais" userId="S::muhammad.awais@mthree.com::5889f0ce-3371-4dff-95cd-2e9af0600ea6" providerId="AD" clId="Web-{4A3A60C4-35EC-D2B8-CDA5-F85B301A4883}"/>
    <pc:docChg chg="delSld modSld">
      <pc:chgData name="Muhammad Awais" userId="S::muhammad.awais@mthree.com::5889f0ce-3371-4dff-95cd-2e9af0600ea6" providerId="AD" clId="Web-{4A3A60C4-35EC-D2B8-CDA5-F85B301A4883}" dt="2026-10-09T11:52:54.620" v="1" actId="1076"/>
      <pc:docMkLst>
        <pc:docMk/>
      </pc:docMkLst>
      <pc:sldChg chg="del">
        <pc:chgData name="Muhammad Awais" userId="S::muhammad.awais@mthree.com::5889f0ce-3371-4dff-95cd-2e9af0600ea6" providerId="AD" clId="Web-{4A3A60C4-35EC-D2B8-CDA5-F85B301A4883}" dt="2026-10-09T11:44:08.162" v="0"/>
        <pc:sldMkLst>
          <pc:docMk/>
          <pc:sldMk cId="3111056407" sldId="259"/>
        </pc:sldMkLst>
      </pc:sldChg>
      <pc:sldChg chg="modSp">
        <pc:chgData name="Muhammad Awais" userId="S::muhammad.awais@mthree.com::5889f0ce-3371-4dff-95cd-2e9af0600ea6" providerId="AD" clId="Web-{4A3A60C4-35EC-D2B8-CDA5-F85B301A4883}" dt="2026-10-09T11:52:54.620" v="1" actId="1076"/>
        <pc:sldMkLst>
          <pc:docMk/>
          <pc:sldMk cId="1890946528" sldId="260"/>
        </pc:sldMkLst>
        <pc:picChg chg="mod">
          <ac:chgData name="Muhammad Awais" userId="S::muhammad.awais@mthree.com::5889f0ce-3371-4dff-95cd-2e9af0600ea6" providerId="AD" clId="Web-{4A3A60C4-35EC-D2B8-CDA5-F85B301A4883}" dt="2026-10-09T11:52:54.620" v="1" actId="1076"/>
          <ac:picMkLst>
            <pc:docMk/>
            <pc:sldMk cId="1890946528" sldId="260"/>
            <ac:picMk id="8" creationId="{76D71835-76D7-072B-0C2A-8ABDDF448392}"/>
          </ac:picMkLst>
        </pc:picChg>
      </pc:sldChg>
    </pc:docChg>
  </pc:docChgLst>
  <pc:docChgLst>
    <pc:chgData name="Favour Aigbokie" userId="S::favour.aigbokie@mthree.com::7b77d87a-ba40-4de3-a486-c30602623bd6" providerId="AD" clId="Web-{00000000-0000-0000-0000-000000000000}"/>
    <pc:docChg chg="modSld">
      <pc:chgData name="Favour Aigbokie" userId="S::favour.aigbokie@mthree.com::7b77d87a-ba40-4de3-a486-c30602623bd6" providerId="AD" clId="Web-{00000000-0000-0000-0000-000000000000}" dt="2026-10-07T16:12:25.639" v="6" actId="20577"/>
      <pc:docMkLst>
        <pc:docMk/>
      </pc:docMkLst>
      <pc:sldChg chg="modSp">
        <pc:chgData name="Favour Aigbokie" userId="S::favour.aigbokie@mthree.com::7b77d87a-ba40-4de3-a486-c30602623bd6" providerId="AD" clId="Web-{00000000-0000-0000-0000-000000000000}" dt="2026-10-07T16:12:25.639" v="6" actId="20577"/>
        <pc:sldMkLst>
          <pc:docMk/>
          <pc:sldMk cId="232192584" sldId="258"/>
        </pc:sldMkLst>
        <pc:spChg chg="mod">
          <ac:chgData name="Favour Aigbokie" userId="S::favour.aigbokie@mthree.com::7b77d87a-ba40-4de3-a486-c30602623bd6" providerId="AD" clId="Web-{00000000-0000-0000-0000-000000000000}" dt="2026-10-07T16:12:25.639" v="6" actId="20577"/>
          <ac:spMkLst>
            <pc:docMk/>
            <pc:sldMk cId="232192584" sldId="258"/>
            <ac:spMk id="3" creationId="{E73C2058-75ED-829A-C06F-2BAA9C0DF13F}"/>
          </ac:spMkLst>
        </pc:spChg>
      </pc:sldChg>
    </pc:docChg>
  </pc:docChgLst>
  <pc:docChgLst>
    <pc:chgData name="Favour Aigbokie" userId="S::favour.aigbokie@mthree.com::7b77d87a-ba40-4de3-a486-c30602623bd6" providerId="AD" clId="Web-{6C1199F1-5BB3-4394-8045-9C835195700F}"/>
    <pc:docChg chg="addSld modSld">
      <pc:chgData name="Favour Aigbokie" userId="S::favour.aigbokie@mthree.com::7b77d87a-ba40-4de3-a486-c30602623bd6" providerId="AD" clId="Web-{6C1199F1-5BB3-4394-8045-9C835195700F}" dt="2026-10-07T16:07:52.476" v="14"/>
      <pc:docMkLst>
        <pc:docMk/>
      </pc:docMkLst>
      <pc:sldChg chg="addSp delSp modSp">
        <pc:chgData name="Favour Aigbokie" userId="S::favour.aigbokie@mthree.com::7b77d87a-ba40-4de3-a486-c30602623bd6" providerId="AD" clId="Web-{6C1199F1-5BB3-4394-8045-9C835195700F}" dt="2026-10-07T16:07:52.476" v="14"/>
        <pc:sldMkLst>
          <pc:docMk/>
          <pc:sldMk cId="3111056407" sldId="259"/>
        </pc:sldMkLst>
      </pc:sldChg>
      <pc:sldChg chg="new">
        <pc:chgData name="Favour Aigbokie" userId="S::favour.aigbokie@mthree.com::7b77d87a-ba40-4de3-a486-c30602623bd6" providerId="AD" clId="Web-{6C1199F1-5BB3-4394-8045-9C835195700F}" dt="2026-10-07T16:06:03.147" v="13"/>
        <pc:sldMkLst>
          <pc:docMk/>
          <pc:sldMk cId="1890946528" sldId="260"/>
        </pc:sldMkLst>
      </pc:sldChg>
    </pc:docChg>
  </pc:docChgLst>
  <pc:docChgLst>
    <pc:chgData name="Vrishti Anantlal" userId="S::vrishti.anantlal@mthree.com::bf5702c6-d2db-4cb0-82c9-7f0c7e874cc6" providerId="AD" clId="Web-{6776E78C-647A-468D-A074-6D46DE766D22}"/>
    <pc:docChg chg="modSld">
      <pc:chgData name="Vrishti Anantlal" userId="S::vrishti.anantlal@mthree.com::bf5702c6-d2db-4cb0-82c9-7f0c7e874cc6" providerId="AD" clId="Web-{6776E78C-647A-468D-A074-6D46DE766D22}" dt="2026-10-09T11:34:31.244" v="49" actId="1076"/>
      <pc:docMkLst>
        <pc:docMk/>
      </pc:docMkLst>
      <pc:sldChg chg="modSp">
        <pc:chgData name="Vrishti Anantlal" userId="S::vrishti.anantlal@mthree.com::bf5702c6-d2db-4cb0-82c9-7f0c7e874cc6" providerId="AD" clId="Web-{6776E78C-647A-468D-A074-6D46DE766D22}" dt="2026-10-09T11:25:38.161" v="0" actId="20577"/>
        <pc:sldMkLst>
          <pc:docMk/>
          <pc:sldMk cId="232192584" sldId="258"/>
        </pc:sldMkLst>
        <pc:spChg chg="mod">
          <ac:chgData name="Vrishti Anantlal" userId="S::vrishti.anantlal@mthree.com::bf5702c6-d2db-4cb0-82c9-7f0c7e874cc6" providerId="AD" clId="Web-{6776E78C-647A-468D-A074-6D46DE766D22}" dt="2026-10-09T11:25:38.161" v="0" actId="20577"/>
          <ac:spMkLst>
            <pc:docMk/>
            <pc:sldMk cId="232192584" sldId="258"/>
            <ac:spMk id="3" creationId="{E73C2058-75ED-829A-C06F-2BAA9C0DF13F}"/>
          </ac:spMkLst>
        </pc:spChg>
      </pc:sldChg>
      <pc:sldChg chg="addSp modSp">
        <pc:chgData name="Vrishti Anantlal" userId="S::vrishti.anantlal@mthree.com::bf5702c6-d2db-4cb0-82c9-7f0c7e874cc6" providerId="AD" clId="Web-{6776E78C-647A-468D-A074-6D46DE766D22}" dt="2026-10-09T11:34:31.244" v="49" actId="1076"/>
        <pc:sldMkLst>
          <pc:docMk/>
          <pc:sldMk cId="751990703" sldId="267"/>
        </pc:sldMkLst>
        <pc:spChg chg="mod">
          <ac:chgData name="Vrishti Anantlal" userId="S::vrishti.anantlal@mthree.com::bf5702c6-d2db-4cb0-82c9-7f0c7e874cc6" providerId="AD" clId="Web-{6776E78C-647A-468D-A074-6D46DE766D22}" dt="2026-10-09T11:30:49.970" v="38" actId="1076"/>
          <ac:spMkLst>
            <pc:docMk/>
            <pc:sldMk cId="751990703" sldId="267"/>
            <ac:spMk id="2" creationId="{CE68493A-4621-464C-81A9-384FC95CF309}"/>
          </ac:spMkLst>
        </pc:spChg>
        <pc:spChg chg="mod">
          <ac:chgData name="Vrishti Anantlal" userId="S::vrishti.anantlal@mthree.com::bf5702c6-d2db-4cb0-82c9-7f0c7e874cc6" providerId="AD" clId="Web-{6776E78C-647A-468D-A074-6D46DE766D22}" dt="2026-10-09T11:30:53.860" v="39" actId="14100"/>
          <ac:spMkLst>
            <pc:docMk/>
            <pc:sldMk cId="751990703" sldId="267"/>
            <ac:spMk id="6" creationId="{039EEDC7-CCFA-2B2D-02B8-C394F9CFEDC3}"/>
          </ac:spMkLst>
        </pc:spChg>
        <pc:picChg chg="add mod">
          <ac:chgData name="Vrishti Anantlal" userId="S::vrishti.anantlal@mthree.com::bf5702c6-d2db-4cb0-82c9-7f0c7e874cc6" providerId="AD" clId="Web-{6776E78C-647A-468D-A074-6D46DE766D22}" dt="2026-10-09T11:31:14.080" v="44" actId="1076"/>
          <ac:picMkLst>
            <pc:docMk/>
            <pc:sldMk cId="751990703" sldId="267"/>
            <ac:picMk id="4" creationId="{7EEFBBE5-C53C-CC27-2E54-115DB28F9652}"/>
          </ac:picMkLst>
        </pc:picChg>
        <pc:picChg chg="add mod">
          <ac:chgData name="Vrishti Anantlal" userId="S::vrishti.anantlal@mthree.com::bf5702c6-d2db-4cb0-82c9-7f0c7e874cc6" providerId="AD" clId="Web-{6776E78C-647A-468D-A074-6D46DE766D22}" dt="2026-10-09T11:34:31.244" v="49" actId="1076"/>
          <ac:picMkLst>
            <pc:docMk/>
            <pc:sldMk cId="751990703" sldId="267"/>
            <ac:picMk id="5" creationId="{182E91EE-C853-8FB5-5B4B-DFCDC95EA5A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AEE75A-AB35-407E-A919-F5D0F9E91BCE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404947-20D6-4B3C-B6C6-1F078A21900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Vrishti</a:t>
          </a:r>
        </a:p>
      </dgm:t>
    </dgm:pt>
    <dgm:pt modelId="{E1CB0BB0-99C3-4ADC-A6C8-6A4936D01630}" type="parTrans" cxnId="{3CBA9F05-3F37-4A3D-821A-E13F6DAFB4D9}">
      <dgm:prSet/>
      <dgm:spPr/>
      <dgm:t>
        <a:bodyPr/>
        <a:lstStyle/>
        <a:p>
          <a:endParaRPr lang="en-US"/>
        </a:p>
      </dgm:t>
    </dgm:pt>
    <dgm:pt modelId="{2C420E7F-FF26-487B-8BFA-A6340E182E18}" type="sibTrans" cxnId="{3CBA9F05-3F37-4A3D-821A-E13F6DAFB4D9}">
      <dgm:prSet/>
      <dgm:spPr/>
      <dgm:t>
        <a:bodyPr/>
        <a:lstStyle/>
        <a:p>
          <a:endParaRPr lang="en-US"/>
        </a:p>
      </dgm:t>
    </dgm:pt>
    <dgm:pt modelId="{9F3735E2-C38C-41C6-9583-4418881E5E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management, JWT-based security and frontend</a:t>
          </a:r>
        </a:p>
      </dgm:t>
    </dgm:pt>
    <dgm:pt modelId="{CA8A0581-AA24-41E8-B093-EA9CC1F34548}" type="parTrans" cxnId="{573379A0-0D5F-40B4-82F7-481CAB287050}">
      <dgm:prSet/>
      <dgm:spPr/>
      <dgm:t>
        <a:bodyPr/>
        <a:lstStyle/>
        <a:p>
          <a:endParaRPr lang="en-US"/>
        </a:p>
      </dgm:t>
    </dgm:pt>
    <dgm:pt modelId="{71A8946F-D29F-432E-AEE6-6EC7BFBAEE49}" type="sibTrans" cxnId="{573379A0-0D5F-40B4-82F7-481CAB287050}">
      <dgm:prSet/>
      <dgm:spPr/>
      <dgm:t>
        <a:bodyPr/>
        <a:lstStyle/>
        <a:p>
          <a:endParaRPr lang="en-US"/>
        </a:p>
      </dgm:t>
    </dgm:pt>
    <dgm:pt modelId="{03368E60-7458-4A5C-85C5-FA9F3E382C2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Favour</a:t>
          </a:r>
        </a:p>
      </dgm:t>
    </dgm:pt>
    <dgm:pt modelId="{3333577A-8DD3-4814-9566-4B2168A91C56}" type="parTrans" cxnId="{759102A2-EF7C-42AB-9DE7-7A74BA2C54EB}">
      <dgm:prSet/>
      <dgm:spPr/>
      <dgm:t>
        <a:bodyPr/>
        <a:lstStyle/>
        <a:p>
          <a:endParaRPr lang="en-US"/>
        </a:p>
      </dgm:t>
    </dgm:pt>
    <dgm:pt modelId="{E5D60F32-5A3F-4BDE-A1CA-FE869A9EB5E7}" type="sibTrans" cxnId="{759102A2-EF7C-42AB-9DE7-7A74BA2C54EB}">
      <dgm:prSet/>
      <dgm:spPr/>
      <dgm:t>
        <a:bodyPr/>
        <a:lstStyle/>
        <a:p>
          <a:endParaRPr lang="en-US"/>
        </a:p>
      </dgm:t>
    </dgm:pt>
    <dgm:pt modelId="{F899BB56-0BAE-4DD1-A3DC-F9F61EBB39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Client goals</a:t>
          </a:r>
        </a:p>
      </dgm:t>
    </dgm:pt>
    <dgm:pt modelId="{F0F6A142-C6E3-43A6-907D-F61187690878}" type="parTrans" cxnId="{02582343-D985-48B8-92D1-593FF1851178}">
      <dgm:prSet/>
      <dgm:spPr/>
      <dgm:t>
        <a:bodyPr/>
        <a:lstStyle/>
        <a:p>
          <a:endParaRPr lang="en-US"/>
        </a:p>
      </dgm:t>
    </dgm:pt>
    <dgm:pt modelId="{90D18951-F415-42E8-80A9-2286CA03B61D}" type="sibTrans" cxnId="{02582343-D985-48B8-92D1-593FF1851178}">
      <dgm:prSet/>
      <dgm:spPr/>
      <dgm:t>
        <a:bodyPr/>
        <a:lstStyle/>
        <a:p>
          <a:endParaRPr lang="en-US"/>
        </a:p>
      </dgm:t>
    </dgm:pt>
    <dgm:pt modelId="{45DD63E5-0F10-45A8-8BEF-88C140EB010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Saif</a:t>
          </a:r>
        </a:p>
      </dgm:t>
    </dgm:pt>
    <dgm:pt modelId="{1F20DA44-D160-4793-B0DD-D1B53A38CE49}" type="parTrans" cxnId="{92889637-BF3B-4D2C-BC61-E0F187E299AE}">
      <dgm:prSet/>
      <dgm:spPr/>
      <dgm:t>
        <a:bodyPr/>
        <a:lstStyle/>
        <a:p>
          <a:endParaRPr lang="en-US"/>
        </a:p>
      </dgm:t>
    </dgm:pt>
    <dgm:pt modelId="{D3EFC620-7F37-4C55-AB10-CB27487C4371}" type="sibTrans" cxnId="{92889637-BF3B-4D2C-BC61-E0F187E299AE}">
      <dgm:prSet/>
      <dgm:spPr/>
      <dgm:t>
        <a:bodyPr/>
        <a:lstStyle/>
        <a:p>
          <a:endParaRPr lang="en-US"/>
        </a:p>
      </dgm:t>
    </dgm:pt>
    <dgm:pt modelId="{4548278F-EB07-402B-BF73-C7FC5C86CC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Food diary and API lookup</a:t>
          </a:r>
        </a:p>
      </dgm:t>
    </dgm:pt>
    <dgm:pt modelId="{98017317-9D84-4C36-BC1B-FA19E0B8FDD8}" type="parTrans" cxnId="{388EB545-A6C6-487E-8885-06780A4CE7BB}">
      <dgm:prSet/>
      <dgm:spPr/>
      <dgm:t>
        <a:bodyPr/>
        <a:lstStyle/>
        <a:p>
          <a:endParaRPr lang="en-US"/>
        </a:p>
      </dgm:t>
    </dgm:pt>
    <dgm:pt modelId="{E5AF8824-76E6-4983-AFFF-EA5DA3BB9168}" type="sibTrans" cxnId="{388EB545-A6C6-487E-8885-06780A4CE7BB}">
      <dgm:prSet/>
      <dgm:spPr/>
      <dgm:t>
        <a:bodyPr/>
        <a:lstStyle/>
        <a:p>
          <a:endParaRPr lang="en-US"/>
        </a:p>
      </dgm:t>
    </dgm:pt>
    <dgm:pt modelId="{F9FDAB79-650C-4EC3-B3F1-2936986E0136}" type="pres">
      <dgm:prSet presAssocID="{BAAEE75A-AB35-407E-A919-F5D0F9E91BCE}" presName="root" presStyleCnt="0">
        <dgm:presLayoutVars>
          <dgm:dir/>
          <dgm:resizeHandles val="exact"/>
        </dgm:presLayoutVars>
      </dgm:prSet>
      <dgm:spPr/>
    </dgm:pt>
    <dgm:pt modelId="{E33356B9-6EC6-4785-86E5-A58448DCA9DE}" type="pres">
      <dgm:prSet presAssocID="{7F404947-20D6-4B3C-B6C6-1F078A21900B}" presName="compNode" presStyleCnt="0"/>
      <dgm:spPr/>
    </dgm:pt>
    <dgm:pt modelId="{042CBC35-4052-4E5F-BECF-8BDB0D874892}" type="pres">
      <dgm:prSet presAssocID="{7F404947-20D6-4B3C-B6C6-1F078A21900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0CD82D1-A841-47FA-8FCB-02AEB85B9C15}" type="pres">
      <dgm:prSet presAssocID="{7F404947-20D6-4B3C-B6C6-1F078A21900B}" presName="iconSpace" presStyleCnt="0"/>
      <dgm:spPr/>
    </dgm:pt>
    <dgm:pt modelId="{5D7CC65A-676F-4DC5-8BEE-9F428027098E}" type="pres">
      <dgm:prSet presAssocID="{7F404947-20D6-4B3C-B6C6-1F078A21900B}" presName="parTx" presStyleLbl="revTx" presStyleIdx="0" presStyleCnt="6">
        <dgm:presLayoutVars>
          <dgm:chMax val="0"/>
          <dgm:chPref val="0"/>
        </dgm:presLayoutVars>
      </dgm:prSet>
      <dgm:spPr/>
    </dgm:pt>
    <dgm:pt modelId="{D0E5C1A6-00D1-45B8-8A8F-A8B6BE710651}" type="pres">
      <dgm:prSet presAssocID="{7F404947-20D6-4B3C-B6C6-1F078A21900B}" presName="txSpace" presStyleCnt="0"/>
      <dgm:spPr/>
    </dgm:pt>
    <dgm:pt modelId="{7652F671-6DB2-47DF-97F6-C891BFAF47A9}" type="pres">
      <dgm:prSet presAssocID="{7F404947-20D6-4B3C-B6C6-1F078A21900B}" presName="desTx" presStyleLbl="revTx" presStyleIdx="1" presStyleCnt="6">
        <dgm:presLayoutVars/>
      </dgm:prSet>
      <dgm:spPr/>
    </dgm:pt>
    <dgm:pt modelId="{B29E6415-F2BD-43EF-B972-EC4DAACC9B2A}" type="pres">
      <dgm:prSet presAssocID="{2C420E7F-FF26-487B-8BFA-A6340E182E18}" presName="sibTrans" presStyleCnt="0"/>
      <dgm:spPr/>
    </dgm:pt>
    <dgm:pt modelId="{EF0ECD0C-124B-41F7-85F5-843DD770D9CE}" type="pres">
      <dgm:prSet presAssocID="{03368E60-7458-4A5C-85C5-FA9F3E382C28}" presName="compNode" presStyleCnt="0"/>
      <dgm:spPr/>
    </dgm:pt>
    <dgm:pt modelId="{7E44ECF2-7E53-4D72-828D-2D52B887404D}" type="pres">
      <dgm:prSet presAssocID="{03368E60-7458-4A5C-85C5-FA9F3E382C2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9E89345-92B1-450A-8D84-4A5D66CF2A4A}" type="pres">
      <dgm:prSet presAssocID="{03368E60-7458-4A5C-85C5-FA9F3E382C28}" presName="iconSpace" presStyleCnt="0"/>
      <dgm:spPr/>
    </dgm:pt>
    <dgm:pt modelId="{848ACE57-A39F-4FB4-8020-9BEC480E47B6}" type="pres">
      <dgm:prSet presAssocID="{03368E60-7458-4A5C-85C5-FA9F3E382C28}" presName="parTx" presStyleLbl="revTx" presStyleIdx="2" presStyleCnt="6">
        <dgm:presLayoutVars>
          <dgm:chMax val="0"/>
          <dgm:chPref val="0"/>
        </dgm:presLayoutVars>
      </dgm:prSet>
      <dgm:spPr/>
    </dgm:pt>
    <dgm:pt modelId="{D58C9DB6-C437-4239-BBAD-71E94E23CEF6}" type="pres">
      <dgm:prSet presAssocID="{03368E60-7458-4A5C-85C5-FA9F3E382C28}" presName="txSpace" presStyleCnt="0"/>
      <dgm:spPr/>
    </dgm:pt>
    <dgm:pt modelId="{AD21FEA6-AFB0-415E-95A1-F789DA2B16FD}" type="pres">
      <dgm:prSet presAssocID="{03368E60-7458-4A5C-85C5-FA9F3E382C28}" presName="desTx" presStyleLbl="revTx" presStyleIdx="3" presStyleCnt="6">
        <dgm:presLayoutVars/>
      </dgm:prSet>
      <dgm:spPr/>
    </dgm:pt>
    <dgm:pt modelId="{05C23003-7769-41EC-94B2-1CF40D50684D}" type="pres">
      <dgm:prSet presAssocID="{E5D60F32-5A3F-4BDE-A1CA-FE869A9EB5E7}" presName="sibTrans" presStyleCnt="0"/>
      <dgm:spPr/>
    </dgm:pt>
    <dgm:pt modelId="{0EFFE49D-D900-4F6C-BFB3-14922AEFFC94}" type="pres">
      <dgm:prSet presAssocID="{45DD63E5-0F10-45A8-8BEF-88C140EB010A}" presName="compNode" presStyleCnt="0"/>
      <dgm:spPr/>
    </dgm:pt>
    <dgm:pt modelId="{8FF269DC-D432-460E-855B-96CF09F9D82A}" type="pres">
      <dgm:prSet presAssocID="{45DD63E5-0F10-45A8-8BEF-88C140EB010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9D1439C-BBD8-4CFC-BF57-01A96103FE57}" type="pres">
      <dgm:prSet presAssocID="{45DD63E5-0F10-45A8-8BEF-88C140EB010A}" presName="iconSpace" presStyleCnt="0"/>
      <dgm:spPr/>
    </dgm:pt>
    <dgm:pt modelId="{AABE5796-AE70-4A19-A5B0-0D97BC2AD47E}" type="pres">
      <dgm:prSet presAssocID="{45DD63E5-0F10-45A8-8BEF-88C140EB010A}" presName="parTx" presStyleLbl="revTx" presStyleIdx="4" presStyleCnt="6">
        <dgm:presLayoutVars>
          <dgm:chMax val="0"/>
          <dgm:chPref val="0"/>
        </dgm:presLayoutVars>
      </dgm:prSet>
      <dgm:spPr/>
    </dgm:pt>
    <dgm:pt modelId="{F817EA10-E1A7-43F0-A96A-AC77620FBECC}" type="pres">
      <dgm:prSet presAssocID="{45DD63E5-0F10-45A8-8BEF-88C140EB010A}" presName="txSpace" presStyleCnt="0"/>
      <dgm:spPr/>
    </dgm:pt>
    <dgm:pt modelId="{4D02BDE9-5169-4C9B-882C-EC65DFC19189}" type="pres">
      <dgm:prSet presAssocID="{45DD63E5-0F10-45A8-8BEF-88C140EB010A}" presName="desTx" presStyleLbl="revTx" presStyleIdx="5" presStyleCnt="6">
        <dgm:presLayoutVars/>
      </dgm:prSet>
      <dgm:spPr/>
    </dgm:pt>
  </dgm:ptLst>
  <dgm:cxnLst>
    <dgm:cxn modelId="{3CBA9F05-3F37-4A3D-821A-E13F6DAFB4D9}" srcId="{BAAEE75A-AB35-407E-A919-F5D0F9E91BCE}" destId="{7F404947-20D6-4B3C-B6C6-1F078A21900B}" srcOrd="0" destOrd="0" parTransId="{E1CB0BB0-99C3-4ADC-A6C8-6A4936D01630}" sibTransId="{2C420E7F-FF26-487B-8BFA-A6340E182E18}"/>
    <dgm:cxn modelId="{C16B3815-7794-4EEB-9850-CEB089B4AF1C}" type="presOf" srcId="{F899BB56-0BAE-4DD1-A3DC-F9F61EBB3904}" destId="{AD21FEA6-AFB0-415E-95A1-F789DA2B16FD}" srcOrd="0" destOrd="0" presId="urn:microsoft.com/office/officeart/2018/5/layout/CenteredIconLabelDescriptionList"/>
    <dgm:cxn modelId="{92889637-BF3B-4D2C-BC61-E0F187E299AE}" srcId="{BAAEE75A-AB35-407E-A919-F5D0F9E91BCE}" destId="{45DD63E5-0F10-45A8-8BEF-88C140EB010A}" srcOrd="2" destOrd="0" parTransId="{1F20DA44-D160-4793-B0DD-D1B53A38CE49}" sibTransId="{D3EFC620-7F37-4C55-AB10-CB27487C4371}"/>
    <dgm:cxn modelId="{02582343-D985-48B8-92D1-593FF1851178}" srcId="{03368E60-7458-4A5C-85C5-FA9F3E382C28}" destId="{F899BB56-0BAE-4DD1-A3DC-F9F61EBB3904}" srcOrd="0" destOrd="0" parTransId="{F0F6A142-C6E3-43A6-907D-F61187690878}" sibTransId="{90D18951-F415-42E8-80A9-2286CA03B61D}"/>
    <dgm:cxn modelId="{83730764-C741-462A-81DA-B934A235588C}" type="presOf" srcId="{9F3735E2-C38C-41C6-9583-4418881E5E87}" destId="{7652F671-6DB2-47DF-97F6-C891BFAF47A9}" srcOrd="0" destOrd="0" presId="urn:microsoft.com/office/officeart/2018/5/layout/CenteredIconLabelDescriptionList"/>
    <dgm:cxn modelId="{388EB545-A6C6-487E-8885-06780A4CE7BB}" srcId="{45DD63E5-0F10-45A8-8BEF-88C140EB010A}" destId="{4548278F-EB07-402B-BF73-C7FC5C86CCE9}" srcOrd="0" destOrd="0" parTransId="{98017317-9D84-4C36-BC1B-FA19E0B8FDD8}" sibTransId="{E5AF8824-76E6-4983-AFFF-EA5DA3BB9168}"/>
    <dgm:cxn modelId="{EAFABB9B-8490-4631-A4CC-72785486B844}" type="presOf" srcId="{4548278F-EB07-402B-BF73-C7FC5C86CCE9}" destId="{4D02BDE9-5169-4C9B-882C-EC65DFC19189}" srcOrd="0" destOrd="0" presId="urn:microsoft.com/office/officeart/2018/5/layout/CenteredIconLabelDescriptionList"/>
    <dgm:cxn modelId="{573379A0-0D5F-40B4-82F7-481CAB287050}" srcId="{7F404947-20D6-4B3C-B6C6-1F078A21900B}" destId="{9F3735E2-C38C-41C6-9583-4418881E5E87}" srcOrd="0" destOrd="0" parTransId="{CA8A0581-AA24-41E8-B093-EA9CC1F34548}" sibTransId="{71A8946F-D29F-432E-AEE6-6EC7BFBAEE49}"/>
    <dgm:cxn modelId="{7A6EBFA1-A518-464D-9EF2-B88406CF9FB1}" type="presOf" srcId="{45DD63E5-0F10-45A8-8BEF-88C140EB010A}" destId="{AABE5796-AE70-4A19-A5B0-0D97BC2AD47E}" srcOrd="0" destOrd="0" presId="urn:microsoft.com/office/officeart/2018/5/layout/CenteredIconLabelDescriptionList"/>
    <dgm:cxn modelId="{759102A2-EF7C-42AB-9DE7-7A74BA2C54EB}" srcId="{BAAEE75A-AB35-407E-A919-F5D0F9E91BCE}" destId="{03368E60-7458-4A5C-85C5-FA9F3E382C28}" srcOrd="1" destOrd="0" parTransId="{3333577A-8DD3-4814-9566-4B2168A91C56}" sibTransId="{E5D60F32-5A3F-4BDE-A1CA-FE869A9EB5E7}"/>
    <dgm:cxn modelId="{4A9C6EC2-81C0-40DC-9E55-46F7EB43869F}" type="presOf" srcId="{BAAEE75A-AB35-407E-A919-F5D0F9E91BCE}" destId="{F9FDAB79-650C-4EC3-B3F1-2936986E0136}" srcOrd="0" destOrd="0" presId="urn:microsoft.com/office/officeart/2018/5/layout/CenteredIconLabelDescriptionList"/>
    <dgm:cxn modelId="{D6C90FDA-FE7D-49E8-85E1-E032684940EE}" type="presOf" srcId="{03368E60-7458-4A5C-85C5-FA9F3E382C28}" destId="{848ACE57-A39F-4FB4-8020-9BEC480E47B6}" srcOrd="0" destOrd="0" presId="urn:microsoft.com/office/officeart/2018/5/layout/CenteredIconLabelDescriptionList"/>
    <dgm:cxn modelId="{7EAAE9DB-2F9B-403C-A975-06324128C5F0}" type="presOf" srcId="{7F404947-20D6-4B3C-B6C6-1F078A21900B}" destId="{5D7CC65A-676F-4DC5-8BEE-9F428027098E}" srcOrd="0" destOrd="0" presId="urn:microsoft.com/office/officeart/2018/5/layout/CenteredIconLabelDescriptionList"/>
    <dgm:cxn modelId="{FDD5E2C4-D955-4486-8E7F-3F25626CA080}" type="presParOf" srcId="{F9FDAB79-650C-4EC3-B3F1-2936986E0136}" destId="{E33356B9-6EC6-4785-86E5-A58448DCA9DE}" srcOrd="0" destOrd="0" presId="urn:microsoft.com/office/officeart/2018/5/layout/CenteredIconLabelDescriptionList"/>
    <dgm:cxn modelId="{38A7B4C8-72C8-4B2B-A971-E815041A57B9}" type="presParOf" srcId="{E33356B9-6EC6-4785-86E5-A58448DCA9DE}" destId="{042CBC35-4052-4E5F-BECF-8BDB0D874892}" srcOrd="0" destOrd="0" presId="urn:microsoft.com/office/officeart/2018/5/layout/CenteredIconLabelDescriptionList"/>
    <dgm:cxn modelId="{BEB9502C-977D-4454-A001-8835C20339A5}" type="presParOf" srcId="{E33356B9-6EC6-4785-86E5-A58448DCA9DE}" destId="{90CD82D1-A841-47FA-8FCB-02AEB85B9C15}" srcOrd="1" destOrd="0" presId="urn:microsoft.com/office/officeart/2018/5/layout/CenteredIconLabelDescriptionList"/>
    <dgm:cxn modelId="{64DD0743-8BB9-4BB9-A292-598A48CACA28}" type="presParOf" srcId="{E33356B9-6EC6-4785-86E5-A58448DCA9DE}" destId="{5D7CC65A-676F-4DC5-8BEE-9F428027098E}" srcOrd="2" destOrd="0" presId="urn:microsoft.com/office/officeart/2018/5/layout/CenteredIconLabelDescriptionList"/>
    <dgm:cxn modelId="{7B32B7B8-4C08-4403-B007-1BBAEB406520}" type="presParOf" srcId="{E33356B9-6EC6-4785-86E5-A58448DCA9DE}" destId="{D0E5C1A6-00D1-45B8-8A8F-A8B6BE710651}" srcOrd="3" destOrd="0" presId="urn:microsoft.com/office/officeart/2018/5/layout/CenteredIconLabelDescriptionList"/>
    <dgm:cxn modelId="{AA9EBE07-28AE-400C-B94C-C5001DED0A66}" type="presParOf" srcId="{E33356B9-6EC6-4785-86E5-A58448DCA9DE}" destId="{7652F671-6DB2-47DF-97F6-C891BFAF47A9}" srcOrd="4" destOrd="0" presId="urn:microsoft.com/office/officeart/2018/5/layout/CenteredIconLabelDescriptionList"/>
    <dgm:cxn modelId="{6D3C8023-B15C-4DA1-A5E0-7375AE442275}" type="presParOf" srcId="{F9FDAB79-650C-4EC3-B3F1-2936986E0136}" destId="{B29E6415-F2BD-43EF-B972-EC4DAACC9B2A}" srcOrd="1" destOrd="0" presId="urn:microsoft.com/office/officeart/2018/5/layout/CenteredIconLabelDescriptionList"/>
    <dgm:cxn modelId="{B3D04409-445A-4452-8757-C6C6D411E31A}" type="presParOf" srcId="{F9FDAB79-650C-4EC3-B3F1-2936986E0136}" destId="{EF0ECD0C-124B-41F7-85F5-843DD770D9CE}" srcOrd="2" destOrd="0" presId="urn:microsoft.com/office/officeart/2018/5/layout/CenteredIconLabelDescriptionList"/>
    <dgm:cxn modelId="{3EDA743F-5173-4B0B-9338-8F82FE389302}" type="presParOf" srcId="{EF0ECD0C-124B-41F7-85F5-843DD770D9CE}" destId="{7E44ECF2-7E53-4D72-828D-2D52B887404D}" srcOrd="0" destOrd="0" presId="urn:microsoft.com/office/officeart/2018/5/layout/CenteredIconLabelDescriptionList"/>
    <dgm:cxn modelId="{36D0C904-A676-453A-9FB9-7B267F4D4313}" type="presParOf" srcId="{EF0ECD0C-124B-41F7-85F5-843DD770D9CE}" destId="{19E89345-92B1-450A-8D84-4A5D66CF2A4A}" srcOrd="1" destOrd="0" presId="urn:microsoft.com/office/officeart/2018/5/layout/CenteredIconLabelDescriptionList"/>
    <dgm:cxn modelId="{15917914-30A5-4A97-B197-A77DFE006E44}" type="presParOf" srcId="{EF0ECD0C-124B-41F7-85F5-843DD770D9CE}" destId="{848ACE57-A39F-4FB4-8020-9BEC480E47B6}" srcOrd="2" destOrd="0" presId="urn:microsoft.com/office/officeart/2018/5/layout/CenteredIconLabelDescriptionList"/>
    <dgm:cxn modelId="{3B5E0542-0081-47D8-BEAD-810DA69E9CC1}" type="presParOf" srcId="{EF0ECD0C-124B-41F7-85F5-843DD770D9CE}" destId="{D58C9DB6-C437-4239-BBAD-71E94E23CEF6}" srcOrd="3" destOrd="0" presId="urn:microsoft.com/office/officeart/2018/5/layout/CenteredIconLabelDescriptionList"/>
    <dgm:cxn modelId="{BDF3DC79-42FE-4AC7-A00E-500C0CE4C59F}" type="presParOf" srcId="{EF0ECD0C-124B-41F7-85F5-843DD770D9CE}" destId="{AD21FEA6-AFB0-415E-95A1-F789DA2B16FD}" srcOrd="4" destOrd="0" presId="urn:microsoft.com/office/officeart/2018/5/layout/CenteredIconLabelDescriptionList"/>
    <dgm:cxn modelId="{2051805E-BEB0-471E-B624-23CBC1D36B4E}" type="presParOf" srcId="{F9FDAB79-650C-4EC3-B3F1-2936986E0136}" destId="{05C23003-7769-41EC-94B2-1CF40D50684D}" srcOrd="3" destOrd="0" presId="urn:microsoft.com/office/officeart/2018/5/layout/CenteredIconLabelDescriptionList"/>
    <dgm:cxn modelId="{99C624C3-1F4C-41FD-8C16-BFE1F2E5B797}" type="presParOf" srcId="{F9FDAB79-650C-4EC3-B3F1-2936986E0136}" destId="{0EFFE49D-D900-4F6C-BFB3-14922AEFFC94}" srcOrd="4" destOrd="0" presId="urn:microsoft.com/office/officeart/2018/5/layout/CenteredIconLabelDescriptionList"/>
    <dgm:cxn modelId="{D8DCFCA6-18D2-413C-8BC0-6B5EB6D76BB7}" type="presParOf" srcId="{0EFFE49D-D900-4F6C-BFB3-14922AEFFC94}" destId="{8FF269DC-D432-460E-855B-96CF09F9D82A}" srcOrd="0" destOrd="0" presId="urn:microsoft.com/office/officeart/2018/5/layout/CenteredIconLabelDescriptionList"/>
    <dgm:cxn modelId="{794020B2-CF52-4EE5-946D-50A73759CF32}" type="presParOf" srcId="{0EFFE49D-D900-4F6C-BFB3-14922AEFFC94}" destId="{69D1439C-BBD8-4CFC-BF57-01A96103FE57}" srcOrd="1" destOrd="0" presId="urn:microsoft.com/office/officeart/2018/5/layout/CenteredIconLabelDescriptionList"/>
    <dgm:cxn modelId="{7016DA45-C85A-4846-81DA-37ADB96EBB5E}" type="presParOf" srcId="{0EFFE49D-D900-4F6C-BFB3-14922AEFFC94}" destId="{AABE5796-AE70-4A19-A5B0-0D97BC2AD47E}" srcOrd="2" destOrd="0" presId="urn:microsoft.com/office/officeart/2018/5/layout/CenteredIconLabelDescriptionList"/>
    <dgm:cxn modelId="{BF2D7B0B-0C45-4A14-9AFD-CD8B9A2D59B5}" type="presParOf" srcId="{0EFFE49D-D900-4F6C-BFB3-14922AEFFC94}" destId="{F817EA10-E1A7-43F0-A96A-AC77620FBECC}" srcOrd="3" destOrd="0" presId="urn:microsoft.com/office/officeart/2018/5/layout/CenteredIconLabelDescriptionList"/>
    <dgm:cxn modelId="{A9A05D81-7ED5-40AE-9925-E81D14D8FA1F}" type="presParOf" srcId="{0EFFE49D-D900-4F6C-BFB3-14922AEFFC94}" destId="{4D02BDE9-5169-4C9B-882C-EC65DFC1918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CBC35-4052-4E5F-BECF-8BDB0D874892}">
      <dsp:nvSpPr>
        <dsp:cNvPr id="0" name=""/>
        <dsp:cNvSpPr/>
      </dsp:nvSpPr>
      <dsp:spPr>
        <a:xfrm>
          <a:off x="1020487" y="1054158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7CC65A-676F-4DC5-8BEE-9F428027098E}">
      <dsp:nvSpPr>
        <dsp:cNvPr id="0" name=""/>
        <dsp:cNvSpPr/>
      </dsp:nvSpPr>
      <dsp:spPr>
        <a:xfrm>
          <a:off x="393" y="2249170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Vrishti</a:t>
          </a:r>
        </a:p>
      </dsp:txBody>
      <dsp:txXfrm>
        <a:off x="393" y="2249170"/>
        <a:ext cx="3138750" cy="470812"/>
      </dsp:txXfrm>
    </dsp:sp>
    <dsp:sp modelId="{7652F671-6DB2-47DF-97F6-C891BFAF47A9}">
      <dsp:nvSpPr>
        <dsp:cNvPr id="0" name=""/>
        <dsp:cNvSpPr/>
      </dsp:nvSpPr>
      <dsp:spPr>
        <a:xfrm>
          <a:off x="393" y="2764843"/>
          <a:ext cx="3138750" cy="53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 management, JWT-based security and frontend</a:t>
          </a:r>
        </a:p>
      </dsp:txBody>
      <dsp:txXfrm>
        <a:off x="393" y="2764843"/>
        <a:ext cx="3138750" cy="532335"/>
      </dsp:txXfrm>
    </dsp:sp>
    <dsp:sp modelId="{7E44ECF2-7E53-4D72-828D-2D52B887404D}">
      <dsp:nvSpPr>
        <dsp:cNvPr id="0" name=""/>
        <dsp:cNvSpPr/>
      </dsp:nvSpPr>
      <dsp:spPr>
        <a:xfrm>
          <a:off x="4708518" y="1054158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ACE57-A39F-4FB4-8020-9BEC480E47B6}">
      <dsp:nvSpPr>
        <dsp:cNvPr id="0" name=""/>
        <dsp:cNvSpPr/>
      </dsp:nvSpPr>
      <dsp:spPr>
        <a:xfrm>
          <a:off x="3688425" y="2249170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Favour</a:t>
          </a:r>
        </a:p>
      </dsp:txBody>
      <dsp:txXfrm>
        <a:off x="3688425" y="2249170"/>
        <a:ext cx="3138750" cy="470812"/>
      </dsp:txXfrm>
    </dsp:sp>
    <dsp:sp modelId="{AD21FEA6-AFB0-415E-95A1-F789DA2B16FD}">
      <dsp:nvSpPr>
        <dsp:cNvPr id="0" name=""/>
        <dsp:cNvSpPr/>
      </dsp:nvSpPr>
      <dsp:spPr>
        <a:xfrm>
          <a:off x="3688425" y="2764843"/>
          <a:ext cx="3138750" cy="53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Client goals</a:t>
          </a:r>
        </a:p>
      </dsp:txBody>
      <dsp:txXfrm>
        <a:off x="3688425" y="2764843"/>
        <a:ext cx="3138750" cy="532335"/>
      </dsp:txXfrm>
    </dsp:sp>
    <dsp:sp modelId="{8FF269DC-D432-460E-855B-96CF09F9D82A}">
      <dsp:nvSpPr>
        <dsp:cNvPr id="0" name=""/>
        <dsp:cNvSpPr/>
      </dsp:nvSpPr>
      <dsp:spPr>
        <a:xfrm>
          <a:off x="8396550" y="1054158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E5796-AE70-4A19-A5B0-0D97BC2AD47E}">
      <dsp:nvSpPr>
        <dsp:cNvPr id="0" name=""/>
        <dsp:cNvSpPr/>
      </dsp:nvSpPr>
      <dsp:spPr>
        <a:xfrm>
          <a:off x="7376456" y="2249170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Saif</a:t>
          </a:r>
        </a:p>
      </dsp:txBody>
      <dsp:txXfrm>
        <a:off x="7376456" y="2249170"/>
        <a:ext cx="3138750" cy="470812"/>
      </dsp:txXfrm>
    </dsp:sp>
    <dsp:sp modelId="{4D02BDE9-5169-4C9B-882C-EC65DFC19189}">
      <dsp:nvSpPr>
        <dsp:cNvPr id="0" name=""/>
        <dsp:cNvSpPr/>
      </dsp:nvSpPr>
      <dsp:spPr>
        <a:xfrm>
          <a:off x="7376456" y="2764843"/>
          <a:ext cx="3138750" cy="532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Food diary and API lookup</a:t>
          </a:r>
        </a:p>
      </dsp:txBody>
      <dsp:txXfrm>
        <a:off x="7376456" y="2764843"/>
        <a:ext cx="3138750" cy="5323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GB" sz="6600"/>
              <a:t>Food Diary Manager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/>
              <a:t>Favour, Vrishti, Saif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A9B48-EED4-C831-DE92-BA4EB358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Introduction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B2DDE-C822-5F36-E028-B6FE938F7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400"/>
              <a:t>Food Diary Manager</a:t>
            </a:r>
          </a:p>
          <a:p>
            <a:r>
              <a:rPr lang="en-GB" sz="2400"/>
              <a:t>A nutrition management application designed to help consultants manage client diets and allow clients to track their food intake.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Problem we're solving:</a:t>
            </a:r>
          </a:p>
          <a:p>
            <a:pPr>
              <a:buFont typeface="Arial"/>
              <a:buChar char="•"/>
            </a:pPr>
            <a:r>
              <a:rPr lang="en-GB" sz="2400"/>
              <a:t>Nutritionists/consultants need a way to manage client goals. </a:t>
            </a:r>
          </a:p>
          <a:p>
            <a:pPr>
              <a:buFont typeface="Arial"/>
              <a:buChar char="•"/>
            </a:pPr>
            <a:r>
              <a:rPr lang="en-GB" sz="2400"/>
              <a:t>Clients need to record what they eat. </a:t>
            </a:r>
          </a:p>
          <a:p>
            <a:pPr>
              <a:buFont typeface="Arial"/>
              <a:buChar char="•"/>
            </a:pPr>
            <a:r>
              <a:rPr lang="en-GB" sz="2400"/>
              <a:t>Clients need to search for food and access nutritional information. </a:t>
            </a:r>
          </a:p>
          <a:p>
            <a:pPr>
              <a:buFont typeface="Arial"/>
              <a:buChar char="•"/>
            </a:pPr>
            <a:r>
              <a:rPr lang="en-GB" sz="2400"/>
              <a:t>The application brings these features together in one system.</a:t>
            </a:r>
          </a:p>
        </p:txBody>
      </p:sp>
    </p:spTree>
    <p:extLst>
      <p:ext uri="{BB962C8B-B14F-4D97-AF65-F5344CB8AC3E}">
        <p14:creationId xmlns:p14="http://schemas.microsoft.com/office/powerpoint/2010/main" val="1049695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32DF3D-3F59-481D-A237-77C31AD49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6C2A9-940A-08A9-6C17-B5778613C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43467"/>
            <a:ext cx="3840480" cy="5571066"/>
          </a:xfrm>
        </p:spPr>
        <p:txBody>
          <a:bodyPr anchor="ctr">
            <a:normAutofit/>
          </a:bodyPr>
          <a:lstStyle/>
          <a:p>
            <a:r>
              <a:rPr lang="en-GB" sz="5400">
                <a:ea typeface="+mj-lt"/>
                <a:cs typeface="+mj-lt"/>
              </a:rPr>
              <a:t>Team &amp; Project Features</a:t>
            </a:r>
            <a:endParaRPr lang="en-US" sz="54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F02326-30C4-4095-988F-932A425AE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9686" y="0"/>
            <a:ext cx="7152315" cy="6858000"/>
          </a:xfrm>
          <a:custGeom>
            <a:avLst/>
            <a:gdLst>
              <a:gd name="connsiteX0" fmla="*/ 17101 w 7152315"/>
              <a:gd name="connsiteY0" fmla="*/ 0 h 6858000"/>
              <a:gd name="connsiteX1" fmla="*/ 7152315 w 7152315"/>
              <a:gd name="connsiteY1" fmla="*/ 0 h 6858000"/>
              <a:gd name="connsiteX2" fmla="*/ 7152315 w 7152315"/>
              <a:gd name="connsiteY2" fmla="*/ 6858000 h 6858000"/>
              <a:gd name="connsiteX3" fmla="*/ 15999 w 7152315"/>
              <a:gd name="connsiteY3" fmla="*/ 6858000 h 6858000"/>
              <a:gd name="connsiteX4" fmla="*/ 9729 w 7152315"/>
              <a:gd name="connsiteY4" fmla="*/ 6734157 h 6858000"/>
              <a:gd name="connsiteX5" fmla="*/ 15819 w 7152315"/>
              <a:gd name="connsiteY5" fmla="*/ 6122264 h 6858000"/>
              <a:gd name="connsiteX6" fmla="*/ 11379 w 7152315"/>
              <a:gd name="connsiteY6" fmla="*/ 5614784 h 6858000"/>
              <a:gd name="connsiteX7" fmla="*/ 20006 w 7152315"/>
              <a:gd name="connsiteY7" fmla="*/ 5204359 h 6858000"/>
              <a:gd name="connsiteX8" fmla="*/ 16962 w 7152315"/>
              <a:gd name="connsiteY8" fmla="*/ 4811696 h 6858000"/>
              <a:gd name="connsiteX9" fmla="*/ 13409 w 7152315"/>
              <a:gd name="connsiteY9" fmla="*/ 4358135 h 6858000"/>
              <a:gd name="connsiteX10" fmla="*/ 12774 w 7152315"/>
              <a:gd name="connsiteY10" fmla="*/ 4038423 h 6858000"/>
              <a:gd name="connsiteX11" fmla="*/ 10110 w 7152315"/>
              <a:gd name="connsiteY11" fmla="*/ 3630663 h 6858000"/>
              <a:gd name="connsiteX12" fmla="*/ 16581 w 7152315"/>
              <a:gd name="connsiteY12" fmla="*/ 3275427 h 6858000"/>
              <a:gd name="connsiteX13" fmla="*/ 27872 w 7152315"/>
              <a:gd name="connsiteY13" fmla="*/ 2871219 h 6858000"/>
              <a:gd name="connsiteX14" fmla="*/ 17596 w 7152315"/>
              <a:gd name="connsiteY14" fmla="*/ 2235600 h 6858000"/>
              <a:gd name="connsiteX15" fmla="*/ 14170 w 7152315"/>
              <a:gd name="connsiteY15" fmla="*/ 1894827 h 6858000"/>
              <a:gd name="connsiteX16" fmla="*/ 11632 w 7152315"/>
              <a:gd name="connsiteY16" fmla="*/ 1603026 h 6858000"/>
              <a:gd name="connsiteX17" fmla="*/ 14551 w 7152315"/>
              <a:gd name="connsiteY17" fmla="*/ 1307799 h 6858000"/>
              <a:gd name="connsiteX18" fmla="*/ 14551 w 7152315"/>
              <a:gd name="connsiteY18" fmla="*/ 887733 h 6858000"/>
              <a:gd name="connsiteX19" fmla="*/ 849 w 7152315"/>
              <a:gd name="connsiteY19" fmla="*/ 349169 h 6858000"/>
              <a:gd name="connsiteX20" fmla="*/ 1404 w 7152315"/>
              <a:gd name="connsiteY20" fmla="*/ 1605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152315" h="6858000">
                <a:moveTo>
                  <a:pt x="17101" y="0"/>
                </a:moveTo>
                <a:lnTo>
                  <a:pt x="7152315" y="0"/>
                </a:lnTo>
                <a:lnTo>
                  <a:pt x="7152315" y="6858000"/>
                </a:lnTo>
                <a:lnTo>
                  <a:pt x="15999" y="6858000"/>
                </a:lnTo>
                <a:lnTo>
                  <a:pt x="9729" y="6734157"/>
                </a:lnTo>
                <a:cubicBezTo>
                  <a:pt x="5924" y="6530150"/>
                  <a:pt x="12521" y="6326271"/>
                  <a:pt x="15819" y="6122264"/>
                </a:cubicBezTo>
                <a:cubicBezTo>
                  <a:pt x="18484" y="5952766"/>
                  <a:pt x="-1689" y="5783013"/>
                  <a:pt x="11379" y="5614784"/>
                </a:cubicBezTo>
                <a:cubicBezTo>
                  <a:pt x="22112" y="5478259"/>
                  <a:pt x="24992" y="5341214"/>
                  <a:pt x="20006" y="5204359"/>
                </a:cubicBezTo>
                <a:cubicBezTo>
                  <a:pt x="14932" y="5073429"/>
                  <a:pt x="13917" y="4942537"/>
                  <a:pt x="16962" y="4811696"/>
                </a:cubicBezTo>
                <a:cubicBezTo>
                  <a:pt x="20640" y="4660467"/>
                  <a:pt x="16962" y="4509238"/>
                  <a:pt x="13409" y="4358135"/>
                </a:cubicBezTo>
                <a:cubicBezTo>
                  <a:pt x="10872" y="4251565"/>
                  <a:pt x="10998" y="4144994"/>
                  <a:pt x="12774" y="4038423"/>
                </a:cubicBezTo>
                <a:cubicBezTo>
                  <a:pt x="15185" y="3902545"/>
                  <a:pt x="19879" y="3766540"/>
                  <a:pt x="10110" y="3630663"/>
                </a:cubicBezTo>
                <a:cubicBezTo>
                  <a:pt x="1178" y="3512306"/>
                  <a:pt x="3347" y="3393378"/>
                  <a:pt x="16581" y="3275427"/>
                </a:cubicBezTo>
                <a:cubicBezTo>
                  <a:pt x="33403" y="3141377"/>
                  <a:pt x="37183" y="3006006"/>
                  <a:pt x="27872" y="2871219"/>
                </a:cubicBezTo>
                <a:cubicBezTo>
                  <a:pt x="11315" y="2659765"/>
                  <a:pt x="7890" y="2447486"/>
                  <a:pt x="17596" y="2235600"/>
                </a:cubicBezTo>
                <a:cubicBezTo>
                  <a:pt x="22797" y="2122038"/>
                  <a:pt x="21655" y="2008261"/>
                  <a:pt x="14170" y="1894827"/>
                </a:cubicBezTo>
                <a:cubicBezTo>
                  <a:pt x="8144" y="1797670"/>
                  <a:pt x="7294" y="1700272"/>
                  <a:pt x="11632" y="1603026"/>
                </a:cubicBezTo>
                <a:cubicBezTo>
                  <a:pt x="15566" y="1504575"/>
                  <a:pt x="17215" y="1406124"/>
                  <a:pt x="14551" y="1307799"/>
                </a:cubicBezTo>
                <a:cubicBezTo>
                  <a:pt x="10872" y="1168242"/>
                  <a:pt x="10110" y="1027798"/>
                  <a:pt x="14551" y="887733"/>
                </a:cubicBezTo>
                <a:cubicBezTo>
                  <a:pt x="20894" y="708085"/>
                  <a:pt x="3132" y="528817"/>
                  <a:pt x="849" y="349169"/>
                </a:cubicBezTo>
                <a:cubicBezTo>
                  <a:pt x="24" y="286241"/>
                  <a:pt x="-769" y="223346"/>
                  <a:pt x="1404" y="16059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C2058-75ED-829A-C06F-2BAA9C0DF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696" y="643467"/>
            <a:ext cx="5788152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GB" sz="1500" b="1">
                <a:solidFill>
                  <a:srgbClr val="FFFFFF"/>
                </a:solidFill>
              </a:rPr>
              <a:t>Main features</a:t>
            </a:r>
            <a:endParaRPr lang="en-US" sz="1500" b="1">
              <a:solidFill>
                <a:srgbClr val="FFFFFF"/>
              </a:solidFill>
            </a:endParaRPr>
          </a:p>
          <a:p>
            <a:pPr>
              <a:buNone/>
            </a:pPr>
            <a:r>
              <a:rPr lang="en-GB" sz="1500" b="1">
                <a:solidFill>
                  <a:srgbClr val="FFFFFF"/>
                </a:solidFill>
                <a:ea typeface="+mn-lt"/>
                <a:cs typeface="+mn-lt"/>
              </a:rPr>
              <a:t>Consultant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Manage clients 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Set client goals 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Update goals 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Delete goals </a:t>
            </a:r>
          </a:p>
          <a:p>
            <a:pPr marL="0" indent="0">
              <a:buNone/>
            </a:pPr>
            <a:r>
              <a:rPr lang="en-GB" sz="1500" b="1">
                <a:solidFill>
                  <a:srgbClr val="FFFFFF"/>
                </a:solidFill>
                <a:ea typeface="+mn-lt"/>
                <a:cs typeface="+mn-lt"/>
              </a:rPr>
              <a:t>Client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Record food intake 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View food diary 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Search for food 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Search and adding using barcodes 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View nutritional information </a:t>
            </a:r>
          </a:p>
          <a:p>
            <a:pPr marL="0" indent="0">
              <a:buNone/>
            </a:pPr>
            <a:r>
              <a:rPr lang="en-GB" sz="1500" b="1">
                <a:solidFill>
                  <a:srgbClr val="FFFFFF"/>
                </a:solidFill>
                <a:ea typeface="+mn-lt"/>
                <a:cs typeface="+mn-lt"/>
              </a:rPr>
              <a:t>Authentication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Sign up 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Sign in </a:t>
            </a:r>
            <a:endParaRPr lang="en-GB" sz="150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en-GB" sz="1500">
                <a:solidFill>
                  <a:srgbClr val="FFFFFF"/>
                </a:solidFill>
                <a:ea typeface="+mn-lt"/>
                <a:cs typeface="+mn-lt"/>
              </a:rPr>
              <a:t>JWT authentication</a:t>
            </a:r>
            <a:endParaRPr lang="en-GB" sz="150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GB" sz="1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92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CA48A-5747-B76E-3512-DB4A3390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Responsibilities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031CA3F-85B8-1778-B877-2814CA1E1E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3412572"/>
              </p:ext>
            </p:extLst>
          </p:nvPr>
        </p:nvGraphicFramePr>
        <p:xfrm>
          <a:off x="838200" y="103013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5" name="Picture 4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04E3FB7-659E-DBEB-0869-850112F8D7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-376"/>
          <a:stretch>
            <a:fillRect/>
          </a:stretch>
        </p:blipFill>
        <p:spPr>
          <a:xfrm>
            <a:off x="2295525" y="4470785"/>
            <a:ext cx="7600950" cy="206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75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9F22B-6954-5A80-42FF-02D4EEED7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>
            <a:normAutofit/>
          </a:bodyPr>
          <a:lstStyle/>
          <a:p>
            <a:pPr algn="r"/>
            <a:r>
              <a:rPr lang="en-GB" sz="8000">
                <a:solidFill>
                  <a:srgbClr val="FFFFFF"/>
                </a:solidFill>
              </a:rPr>
              <a:t>Technologies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25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8307-76FC-1F3F-A882-19BF0E7D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08355-59B3-D1A5-2DC0-E9944214EB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GB" sz="2400" b="1"/>
              <a:t>Backend Rest API</a:t>
            </a:r>
            <a:endParaRPr lang="en-US" b="1"/>
          </a:p>
          <a:p>
            <a:pPr marL="0" indent="0">
              <a:buNone/>
            </a:pPr>
            <a:endParaRPr lang="en-GB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600" b="1"/>
              <a:t>Spring Framework &amp; Spring Boot </a:t>
            </a:r>
            <a:r>
              <a:rPr lang="en-GB" sz="1600"/>
              <a:t>– core backend </a:t>
            </a:r>
          </a:p>
          <a:p>
            <a:pPr lvl="2"/>
            <a:r>
              <a:rPr lang="en-GB" sz="1600" b="1"/>
              <a:t>Spring Data JPA</a:t>
            </a:r>
            <a:r>
              <a:rPr lang="en-GB" sz="1600"/>
              <a:t> – data access and persistence management</a:t>
            </a:r>
            <a:endParaRPr lang="en-US" sz="1600"/>
          </a:p>
          <a:p>
            <a:pPr lvl="2"/>
            <a:r>
              <a:rPr lang="en-GB" sz="1600" b="1"/>
              <a:t>Spring Security</a:t>
            </a:r>
            <a:r>
              <a:rPr lang="en-GB" sz="1600"/>
              <a:t> – authentication &amp; authorisation</a:t>
            </a:r>
          </a:p>
          <a:p>
            <a:pPr lvl="2"/>
            <a:r>
              <a:rPr lang="en-GB" sz="1600" b="1"/>
              <a:t>oauth2-resource-server </a:t>
            </a:r>
            <a:r>
              <a:rPr lang="en-GB" sz="1600"/>
              <a:t>– JWT validation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600" b="1" err="1"/>
              <a:t>jjwt</a:t>
            </a:r>
            <a:r>
              <a:rPr lang="en-GB" sz="1600" b="1"/>
              <a:t> </a:t>
            </a:r>
            <a:r>
              <a:rPr lang="en-GB" sz="1600"/>
              <a:t>– JWT generation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GB" sz="1600" b="1"/>
              <a:t>MySQL database </a:t>
            </a:r>
            <a:r>
              <a:rPr lang="en-GB" sz="1600"/>
              <a:t>– data storage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600" b="1" err="1"/>
              <a:t>OpenFoodFactsAPI</a:t>
            </a:r>
            <a:r>
              <a:rPr lang="en-GB" sz="1600" b="1"/>
              <a:t> </a:t>
            </a:r>
            <a:r>
              <a:rPr lang="en-GB" sz="1600"/>
              <a:t>– 3rd party API</a:t>
            </a:r>
            <a:endParaRPr lang="en-GB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GB" sz="1600" b="1"/>
              <a:t>JUnit &amp; Mockito </a:t>
            </a:r>
            <a:r>
              <a:rPr lang="en-GB" sz="1600"/>
              <a:t>– testing and stubbing behaviour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GB" sz="1600" b="1"/>
              <a:t>Postman </a:t>
            </a:r>
            <a:r>
              <a:rPr lang="en-GB" sz="1600"/>
              <a:t>– web layer tests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39636-F88D-BA60-4446-3A612D9F43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GB" sz="2400" b="1"/>
              <a:t>Frontend Demo</a:t>
            </a:r>
            <a:endParaRPr lang="en-US" b="1"/>
          </a:p>
          <a:p>
            <a:pPr marL="0" indent="0">
              <a:buNone/>
            </a:pPr>
            <a:endParaRPr lang="en-GB" sz="16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GB" sz="1600" b="1"/>
              <a:t>React.js</a:t>
            </a:r>
            <a:r>
              <a:rPr lang="en-GB" sz="1600"/>
              <a:t> - frontend demo application</a:t>
            </a:r>
            <a:endParaRPr lang="en-US" sz="16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GB" sz="1600" b="1"/>
              <a:t>Axios </a:t>
            </a:r>
            <a:r>
              <a:rPr lang="en-GB" sz="1600"/>
              <a:t>– </a:t>
            </a:r>
            <a:r>
              <a:rPr lang="en-GB" sz="1600" err="1"/>
              <a:t>XMLHttpRequest</a:t>
            </a:r>
            <a:r>
              <a:rPr lang="en-GB" sz="1600"/>
              <a:t> (XHR) wrapper for Ajax style requests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600" b="1"/>
              <a:t>Bootstrap </a:t>
            </a:r>
            <a:r>
              <a:rPr lang="en-GB" sz="1600"/>
              <a:t>– styled frontend components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GB" sz="1600" b="1"/>
              <a:t>html5-qrcode.js</a:t>
            </a:r>
            <a:r>
              <a:rPr lang="en-GB" sz="1600"/>
              <a:t> – barcode scanner provision</a:t>
            </a:r>
          </a:p>
        </p:txBody>
      </p:sp>
      <p:pic>
        <p:nvPicPr>
          <p:cNvPr id="5" name="Picture 4" descr="React emblem">
            <a:extLst>
              <a:ext uri="{FF2B5EF4-FFF2-40B4-BE49-F238E27FC236}">
                <a16:creationId xmlns:a16="http://schemas.microsoft.com/office/drawing/2014/main" id="{9CBF889B-B5E2-B304-5C66-5DA5B0C95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448" y="2407004"/>
            <a:ext cx="645938" cy="576440"/>
          </a:xfrm>
          <a:prstGeom prst="rect">
            <a:avLst/>
          </a:prstGeom>
        </p:spPr>
      </p:pic>
      <p:pic>
        <p:nvPicPr>
          <p:cNvPr id="6" name="Picture 5" descr="Springboot emblem">
            <a:extLst>
              <a:ext uri="{FF2B5EF4-FFF2-40B4-BE49-F238E27FC236}">
                <a16:creationId xmlns:a16="http://schemas.microsoft.com/office/drawing/2014/main" id="{436CEAE6-FDEA-0F94-F73B-F394CCC8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51" y="2407884"/>
            <a:ext cx="744009" cy="744009"/>
          </a:xfrm>
          <a:prstGeom prst="rect">
            <a:avLst/>
          </a:prstGeom>
        </p:spPr>
      </p:pic>
      <p:pic>
        <p:nvPicPr>
          <p:cNvPr id="7" name="Picture 6" descr="MySQL emblem">
            <a:extLst>
              <a:ext uri="{FF2B5EF4-FFF2-40B4-BE49-F238E27FC236}">
                <a16:creationId xmlns:a16="http://schemas.microsoft.com/office/drawing/2014/main" id="{007A2CC3-3C2F-04FB-99BC-5751FBD9E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13" y="4044494"/>
            <a:ext cx="1033286" cy="640292"/>
          </a:xfrm>
          <a:prstGeom prst="rect">
            <a:avLst/>
          </a:prstGeom>
        </p:spPr>
      </p:pic>
      <p:pic>
        <p:nvPicPr>
          <p:cNvPr id="8" name="Picture 7" descr="Openfoodfacts emblem">
            <a:extLst>
              <a:ext uri="{FF2B5EF4-FFF2-40B4-BE49-F238E27FC236}">
                <a16:creationId xmlns:a16="http://schemas.microsoft.com/office/drawing/2014/main" id="{76D71835-76D7-072B-0C2A-8ABDDF4483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083" t="11105" r="19943" b="10765"/>
          <a:stretch>
            <a:fillRect/>
          </a:stretch>
        </p:blipFill>
        <p:spPr>
          <a:xfrm>
            <a:off x="4960055" y="4364943"/>
            <a:ext cx="436777" cy="583245"/>
          </a:xfrm>
          <a:prstGeom prst="rect">
            <a:avLst/>
          </a:prstGeom>
        </p:spPr>
      </p:pic>
      <p:pic>
        <p:nvPicPr>
          <p:cNvPr id="9" name="Picture 8" descr="Postman emblem">
            <a:extLst>
              <a:ext uri="{FF2B5EF4-FFF2-40B4-BE49-F238E27FC236}">
                <a16:creationId xmlns:a16="http://schemas.microsoft.com/office/drawing/2014/main" id="{7C7D9D78-137A-3C4F-207E-5A308BEC5D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024" y="5130132"/>
            <a:ext cx="608189" cy="608189"/>
          </a:xfrm>
          <a:prstGeom prst="rect">
            <a:avLst/>
          </a:prstGeom>
        </p:spPr>
      </p:pic>
      <p:pic>
        <p:nvPicPr>
          <p:cNvPr id="10" name="Picture 9" descr="junit emblem">
            <a:extLst>
              <a:ext uri="{FF2B5EF4-FFF2-40B4-BE49-F238E27FC236}">
                <a16:creationId xmlns:a16="http://schemas.microsoft.com/office/drawing/2014/main" id="{4FDEFB73-0923-D648-0EED-418070C2B5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7293" y="4754915"/>
            <a:ext cx="781403" cy="746126"/>
          </a:xfrm>
          <a:prstGeom prst="rect">
            <a:avLst/>
          </a:prstGeom>
        </p:spPr>
      </p:pic>
      <p:pic>
        <p:nvPicPr>
          <p:cNvPr id="11" name="Picture 10" descr="Bootstrap emblem">
            <a:extLst>
              <a:ext uri="{FF2B5EF4-FFF2-40B4-BE49-F238E27FC236}">
                <a16:creationId xmlns:a16="http://schemas.microsoft.com/office/drawing/2014/main" id="{FD614E2B-76A0-F0EB-4279-34C26EEABE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0138" y="3259667"/>
            <a:ext cx="620891" cy="45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4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6A7E2-AC2D-46A0-3C9B-5ECAD12D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8493A-4621-464C-81A9-384FC95CF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7005"/>
            <a:ext cx="10515600" cy="1474525"/>
          </a:xfrm>
        </p:spPr>
        <p:txBody>
          <a:bodyPr/>
          <a:lstStyle/>
          <a:p>
            <a:r>
              <a:rPr lang="en-GB"/>
              <a:t>Application Architecture </a:t>
            </a:r>
            <a:br>
              <a:rPr lang="en-GB"/>
            </a:br>
            <a:r>
              <a:rPr lang="en-GB"/>
              <a:t>Class Diagram &amp; ERD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9EEDC7-CCFA-2B2D-02B8-C394F9CFE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8963"/>
            <a:ext cx="10515600" cy="4168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1600"/>
              <a:t>Simplified Views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EFBBE5-C53C-CC27-2E54-115DB28F9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703" y="2759444"/>
            <a:ext cx="4983122" cy="30992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2E91EE-C853-8FB5-5B4B-DFCDC95EA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84" y="2478594"/>
            <a:ext cx="5091468" cy="41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90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67C3D-4A31-C7AC-5E95-E7FCAB6F3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B8FB3-B2A2-7173-CE35-2EAF5D2A1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>
                <a:solidFill>
                  <a:srgbClr val="FFFFFF"/>
                </a:solidFill>
              </a:rPr>
              <a:t>Loading ...</a:t>
            </a:r>
          </a:p>
        </p:txBody>
      </p:sp>
    </p:spTree>
    <p:extLst>
      <p:ext uri="{BB962C8B-B14F-4D97-AF65-F5344CB8AC3E}">
        <p14:creationId xmlns:p14="http://schemas.microsoft.com/office/powerpoint/2010/main" val="3079418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8EFD-6821-E5BD-1933-C238DC22A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Future (V2.0)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B8048-3BF2-1420-4526-6D14F0929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UX improvements</a:t>
            </a:r>
            <a:endParaRPr lang="en-US"/>
          </a:p>
          <a:p>
            <a:r>
              <a:rPr lang="en-GB"/>
              <a:t>A consultant can give daily feedback to their clients</a:t>
            </a:r>
          </a:p>
          <a:p>
            <a:r>
              <a:rPr lang="en-GB"/>
              <a:t>A recipe lookup feature – A user can see recommended recipes based on their goals</a:t>
            </a:r>
          </a:p>
          <a:p>
            <a:r>
              <a:rPr lang="en-GB"/>
              <a:t>The client can see the percentage of goals achieved</a:t>
            </a:r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00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F2261-90F3-AEE1-19B5-F6A7335E8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B2AE7-23F5-B505-70BC-E86425BD5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Deadlines – Underestimated how long each feature would take to implement.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We adjusted our timeline to move the stretch to v2.0, allowing us to prioritise </a:t>
            </a:r>
            <a:r>
              <a:rPr lang="en-GB" b="1"/>
              <a:t>quality over quantity</a:t>
            </a:r>
            <a:r>
              <a:rPr lang="en-GB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Teamwork and helping each other out. </a:t>
            </a:r>
            <a:endParaRPr lang="en-US"/>
          </a:p>
          <a:p>
            <a:r>
              <a:rPr lang="en-GB"/>
              <a:t>Working in parallel – Agreeing upon endpoints and parameters to send. 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95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5B7F-6845-5C44-7D40-70A09BFC38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4BB50-7214-872B-E3B5-26B23E9B05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60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334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Courier New,monospace</vt:lpstr>
      <vt:lpstr>Office Theme</vt:lpstr>
      <vt:lpstr>Food Diary Manager </vt:lpstr>
      <vt:lpstr>Introduction </vt:lpstr>
      <vt:lpstr>Team &amp; Project Features</vt:lpstr>
      <vt:lpstr>Responsibilities</vt:lpstr>
      <vt:lpstr>Technologies</vt:lpstr>
      <vt:lpstr>Technologies</vt:lpstr>
      <vt:lpstr>Application Architecture  Class Diagram &amp; ERD</vt:lpstr>
      <vt:lpstr>Live Demo</vt:lpstr>
      <vt:lpstr>The Future (V2.0)</vt:lpstr>
      <vt:lpstr>Lessons Learned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Vrishti Anantlal</dc:creator>
  <cp:lastModifiedBy>Vrishti Anantlal</cp:lastModifiedBy>
  <cp:revision>1</cp:revision>
  <dcterms:created xsi:type="dcterms:W3CDTF">2026-10-07T15:06:42Z</dcterms:created>
  <dcterms:modified xsi:type="dcterms:W3CDTF">2026-10-09T13:34:47Z</dcterms:modified>
</cp:coreProperties>
</file>